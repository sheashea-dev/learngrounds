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63" r:id="rId6"/>
    <p:sldId id="264" r:id="rId7"/>
    <p:sldId id="265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AC5696-1326-40E7-ADF9-637A309A725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401E36-5467-4D3B-9A4F-84E750687598}">
      <dgm:prSet/>
      <dgm:spPr/>
      <dgm:t>
        <a:bodyPr/>
        <a:lstStyle/>
        <a:p>
          <a:r>
            <a:rPr lang="en-GB"/>
            <a:t>Unity is a free to use game development engine, capable of both 2D and 3D games, and even mobile games and interactive presentation style software.</a:t>
          </a:r>
          <a:endParaRPr lang="en-US"/>
        </a:p>
      </dgm:t>
    </dgm:pt>
    <dgm:pt modelId="{4EA0A3F8-F0C7-48F4-B306-41CD87B01771}" type="parTrans" cxnId="{786379F3-6BE4-4836-B632-41E56709D914}">
      <dgm:prSet/>
      <dgm:spPr/>
      <dgm:t>
        <a:bodyPr/>
        <a:lstStyle/>
        <a:p>
          <a:endParaRPr lang="en-US"/>
        </a:p>
      </dgm:t>
    </dgm:pt>
    <dgm:pt modelId="{CFAD2676-53E6-4DD4-BBB8-FA4C1C3BF8A5}" type="sibTrans" cxnId="{786379F3-6BE4-4836-B632-41E56709D914}">
      <dgm:prSet/>
      <dgm:spPr/>
      <dgm:t>
        <a:bodyPr/>
        <a:lstStyle/>
        <a:p>
          <a:endParaRPr lang="en-US"/>
        </a:p>
      </dgm:t>
    </dgm:pt>
    <dgm:pt modelId="{869F072D-EC61-48A8-9F65-E4AC39667276}">
      <dgm:prSet/>
      <dgm:spPr/>
      <dgm:t>
        <a:bodyPr/>
        <a:lstStyle/>
        <a:p>
          <a:r>
            <a:rPr lang="en-GB"/>
            <a:t>It is great for Indie projects with stylised graphics, being easier to run than Unreal.</a:t>
          </a:r>
          <a:endParaRPr lang="en-US"/>
        </a:p>
      </dgm:t>
    </dgm:pt>
    <dgm:pt modelId="{9788DE2A-5BB9-4C5F-A9AC-B789D3773794}" type="parTrans" cxnId="{EDD3DB65-F9CE-49F7-B51B-DB4E23A03D8C}">
      <dgm:prSet/>
      <dgm:spPr/>
      <dgm:t>
        <a:bodyPr/>
        <a:lstStyle/>
        <a:p>
          <a:endParaRPr lang="en-US"/>
        </a:p>
      </dgm:t>
    </dgm:pt>
    <dgm:pt modelId="{1EE32171-BD4D-4D30-9838-A3F77D8616A5}" type="sibTrans" cxnId="{EDD3DB65-F9CE-49F7-B51B-DB4E23A03D8C}">
      <dgm:prSet/>
      <dgm:spPr/>
      <dgm:t>
        <a:bodyPr/>
        <a:lstStyle/>
        <a:p>
          <a:endParaRPr lang="en-US"/>
        </a:p>
      </dgm:t>
    </dgm:pt>
    <dgm:pt modelId="{D08D9B56-0B89-4DF9-91C0-6D58826A3B33}">
      <dgm:prSet/>
      <dgm:spPr/>
      <dgm:t>
        <a:bodyPr/>
        <a:lstStyle/>
        <a:p>
          <a:r>
            <a:rPr lang="en-GB"/>
            <a:t>It’s simple and user friendly in its layout and navigation and uses C# scripting and object-oriented principles in its programming and creation process. Which, in short, is an easy place to start learning programming when you’re a complete beginner.</a:t>
          </a:r>
          <a:endParaRPr lang="en-US"/>
        </a:p>
      </dgm:t>
    </dgm:pt>
    <dgm:pt modelId="{63141CAC-03DE-4ED7-9AEE-1E830BFB84C5}" type="parTrans" cxnId="{A16144E7-A4B9-45A4-9D0D-BC2938D60571}">
      <dgm:prSet/>
      <dgm:spPr/>
      <dgm:t>
        <a:bodyPr/>
        <a:lstStyle/>
        <a:p>
          <a:endParaRPr lang="en-US"/>
        </a:p>
      </dgm:t>
    </dgm:pt>
    <dgm:pt modelId="{EBF03DB0-F0EF-4464-BCA1-DE14655D3A1E}" type="sibTrans" cxnId="{A16144E7-A4B9-45A4-9D0D-BC2938D60571}">
      <dgm:prSet/>
      <dgm:spPr/>
      <dgm:t>
        <a:bodyPr/>
        <a:lstStyle/>
        <a:p>
          <a:endParaRPr lang="en-US"/>
        </a:p>
      </dgm:t>
    </dgm:pt>
    <dgm:pt modelId="{64793FC0-78CE-4810-8E21-F36C983405D9}" type="pres">
      <dgm:prSet presAssocID="{36AC5696-1326-40E7-ADF9-637A309A7259}" presName="outerComposite" presStyleCnt="0">
        <dgm:presLayoutVars>
          <dgm:chMax val="5"/>
          <dgm:dir/>
          <dgm:resizeHandles val="exact"/>
        </dgm:presLayoutVars>
      </dgm:prSet>
      <dgm:spPr/>
    </dgm:pt>
    <dgm:pt modelId="{14253D1F-120F-4784-A372-8A5D5B8AB5BF}" type="pres">
      <dgm:prSet presAssocID="{36AC5696-1326-40E7-ADF9-637A309A7259}" presName="dummyMaxCanvas" presStyleCnt="0">
        <dgm:presLayoutVars/>
      </dgm:prSet>
      <dgm:spPr/>
    </dgm:pt>
    <dgm:pt modelId="{52614E81-8B9B-44E9-A9FA-C4255C2D0DAC}" type="pres">
      <dgm:prSet presAssocID="{36AC5696-1326-40E7-ADF9-637A309A7259}" presName="ThreeNodes_1" presStyleLbl="node1" presStyleIdx="0" presStyleCnt="3">
        <dgm:presLayoutVars>
          <dgm:bulletEnabled val="1"/>
        </dgm:presLayoutVars>
      </dgm:prSet>
      <dgm:spPr/>
    </dgm:pt>
    <dgm:pt modelId="{AFE3B00A-C547-4E25-AE04-D57972649946}" type="pres">
      <dgm:prSet presAssocID="{36AC5696-1326-40E7-ADF9-637A309A7259}" presName="ThreeNodes_2" presStyleLbl="node1" presStyleIdx="1" presStyleCnt="3">
        <dgm:presLayoutVars>
          <dgm:bulletEnabled val="1"/>
        </dgm:presLayoutVars>
      </dgm:prSet>
      <dgm:spPr/>
    </dgm:pt>
    <dgm:pt modelId="{A1BA1B21-2A37-4DCD-8F0E-E430D95AB877}" type="pres">
      <dgm:prSet presAssocID="{36AC5696-1326-40E7-ADF9-637A309A7259}" presName="ThreeNodes_3" presStyleLbl="node1" presStyleIdx="2" presStyleCnt="3">
        <dgm:presLayoutVars>
          <dgm:bulletEnabled val="1"/>
        </dgm:presLayoutVars>
      </dgm:prSet>
      <dgm:spPr/>
    </dgm:pt>
    <dgm:pt modelId="{9FEB6438-AB5F-4ABA-861F-5674A796835B}" type="pres">
      <dgm:prSet presAssocID="{36AC5696-1326-40E7-ADF9-637A309A7259}" presName="ThreeConn_1-2" presStyleLbl="fgAccFollowNode1" presStyleIdx="0" presStyleCnt="2">
        <dgm:presLayoutVars>
          <dgm:bulletEnabled val="1"/>
        </dgm:presLayoutVars>
      </dgm:prSet>
      <dgm:spPr/>
    </dgm:pt>
    <dgm:pt modelId="{0B2DBC68-8D0D-4E43-AC9B-4A0D3F5F9FE3}" type="pres">
      <dgm:prSet presAssocID="{36AC5696-1326-40E7-ADF9-637A309A7259}" presName="ThreeConn_2-3" presStyleLbl="fgAccFollowNode1" presStyleIdx="1" presStyleCnt="2">
        <dgm:presLayoutVars>
          <dgm:bulletEnabled val="1"/>
        </dgm:presLayoutVars>
      </dgm:prSet>
      <dgm:spPr/>
    </dgm:pt>
    <dgm:pt modelId="{958E6615-0CDF-4A4B-A152-EAE1EA99F191}" type="pres">
      <dgm:prSet presAssocID="{36AC5696-1326-40E7-ADF9-637A309A7259}" presName="ThreeNodes_1_text" presStyleLbl="node1" presStyleIdx="2" presStyleCnt="3">
        <dgm:presLayoutVars>
          <dgm:bulletEnabled val="1"/>
        </dgm:presLayoutVars>
      </dgm:prSet>
      <dgm:spPr/>
    </dgm:pt>
    <dgm:pt modelId="{B5563DCF-5940-41E2-8F3E-779E06E20B51}" type="pres">
      <dgm:prSet presAssocID="{36AC5696-1326-40E7-ADF9-637A309A7259}" presName="ThreeNodes_2_text" presStyleLbl="node1" presStyleIdx="2" presStyleCnt="3">
        <dgm:presLayoutVars>
          <dgm:bulletEnabled val="1"/>
        </dgm:presLayoutVars>
      </dgm:prSet>
      <dgm:spPr/>
    </dgm:pt>
    <dgm:pt modelId="{940EEE2D-7165-48F3-B15C-222BDD628EA7}" type="pres">
      <dgm:prSet presAssocID="{36AC5696-1326-40E7-ADF9-637A309A725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2A2F00F-4580-48A9-B653-2714594BBF45}" type="presOf" srcId="{D08D9B56-0B89-4DF9-91C0-6D58826A3B33}" destId="{940EEE2D-7165-48F3-B15C-222BDD628EA7}" srcOrd="1" destOrd="0" presId="urn:microsoft.com/office/officeart/2005/8/layout/vProcess5"/>
    <dgm:cxn modelId="{3F5C671E-4E59-4A3B-BC02-7006D567801F}" type="presOf" srcId="{D08D9B56-0B89-4DF9-91C0-6D58826A3B33}" destId="{A1BA1B21-2A37-4DCD-8F0E-E430D95AB877}" srcOrd="0" destOrd="0" presId="urn:microsoft.com/office/officeart/2005/8/layout/vProcess5"/>
    <dgm:cxn modelId="{2214BA25-E7DA-4DD0-A9A9-19F5CB3D482A}" type="presOf" srcId="{869F072D-EC61-48A8-9F65-E4AC39667276}" destId="{AFE3B00A-C547-4E25-AE04-D57972649946}" srcOrd="0" destOrd="0" presId="urn:microsoft.com/office/officeart/2005/8/layout/vProcess5"/>
    <dgm:cxn modelId="{110C032E-3295-4445-B240-068BE72835D4}" type="presOf" srcId="{75401E36-5467-4D3B-9A4F-84E750687598}" destId="{52614E81-8B9B-44E9-A9FA-C4255C2D0DAC}" srcOrd="0" destOrd="0" presId="urn:microsoft.com/office/officeart/2005/8/layout/vProcess5"/>
    <dgm:cxn modelId="{EDD3DB65-F9CE-49F7-B51B-DB4E23A03D8C}" srcId="{36AC5696-1326-40E7-ADF9-637A309A7259}" destId="{869F072D-EC61-48A8-9F65-E4AC39667276}" srcOrd="1" destOrd="0" parTransId="{9788DE2A-5BB9-4C5F-A9AC-B789D3773794}" sibTransId="{1EE32171-BD4D-4D30-9838-A3F77D8616A5}"/>
    <dgm:cxn modelId="{9C571D47-20C6-4EE6-BA87-39E213F832D8}" type="presOf" srcId="{CFAD2676-53E6-4DD4-BBB8-FA4C1C3BF8A5}" destId="{9FEB6438-AB5F-4ABA-861F-5674A796835B}" srcOrd="0" destOrd="0" presId="urn:microsoft.com/office/officeart/2005/8/layout/vProcess5"/>
    <dgm:cxn modelId="{5E1B0E84-78F5-45E7-8009-28A6686CF052}" type="presOf" srcId="{869F072D-EC61-48A8-9F65-E4AC39667276}" destId="{B5563DCF-5940-41E2-8F3E-779E06E20B51}" srcOrd="1" destOrd="0" presId="urn:microsoft.com/office/officeart/2005/8/layout/vProcess5"/>
    <dgm:cxn modelId="{1332F5A9-E77E-4A8A-ADFD-EC60BF7F60EA}" type="presOf" srcId="{1EE32171-BD4D-4D30-9838-A3F77D8616A5}" destId="{0B2DBC68-8D0D-4E43-AC9B-4A0D3F5F9FE3}" srcOrd="0" destOrd="0" presId="urn:microsoft.com/office/officeart/2005/8/layout/vProcess5"/>
    <dgm:cxn modelId="{9B0246C7-4963-4E8F-B9B6-222809A9E958}" type="presOf" srcId="{75401E36-5467-4D3B-9A4F-84E750687598}" destId="{958E6615-0CDF-4A4B-A152-EAE1EA99F191}" srcOrd="1" destOrd="0" presId="urn:microsoft.com/office/officeart/2005/8/layout/vProcess5"/>
    <dgm:cxn modelId="{A16144E7-A4B9-45A4-9D0D-BC2938D60571}" srcId="{36AC5696-1326-40E7-ADF9-637A309A7259}" destId="{D08D9B56-0B89-4DF9-91C0-6D58826A3B33}" srcOrd="2" destOrd="0" parTransId="{63141CAC-03DE-4ED7-9AEE-1E830BFB84C5}" sibTransId="{EBF03DB0-F0EF-4464-BCA1-DE14655D3A1E}"/>
    <dgm:cxn modelId="{786379F3-6BE4-4836-B632-41E56709D914}" srcId="{36AC5696-1326-40E7-ADF9-637A309A7259}" destId="{75401E36-5467-4D3B-9A4F-84E750687598}" srcOrd="0" destOrd="0" parTransId="{4EA0A3F8-F0C7-48F4-B306-41CD87B01771}" sibTransId="{CFAD2676-53E6-4DD4-BBB8-FA4C1C3BF8A5}"/>
    <dgm:cxn modelId="{16CCBDF6-9981-4C2D-A92C-BC66CB2FFA1C}" type="presOf" srcId="{36AC5696-1326-40E7-ADF9-637A309A7259}" destId="{64793FC0-78CE-4810-8E21-F36C983405D9}" srcOrd="0" destOrd="0" presId="urn:microsoft.com/office/officeart/2005/8/layout/vProcess5"/>
    <dgm:cxn modelId="{4FDE7AA8-0FEB-4A48-A548-EC9FA6BD97EC}" type="presParOf" srcId="{64793FC0-78CE-4810-8E21-F36C983405D9}" destId="{14253D1F-120F-4784-A372-8A5D5B8AB5BF}" srcOrd="0" destOrd="0" presId="urn:microsoft.com/office/officeart/2005/8/layout/vProcess5"/>
    <dgm:cxn modelId="{C2BA19BC-7C41-470E-8733-055B83CC7454}" type="presParOf" srcId="{64793FC0-78CE-4810-8E21-F36C983405D9}" destId="{52614E81-8B9B-44E9-A9FA-C4255C2D0DAC}" srcOrd="1" destOrd="0" presId="urn:microsoft.com/office/officeart/2005/8/layout/vProcess5"/>
    <dgm:cxn modelId="{14A71710-E3D2-4D5D-81E3-AB1074EEDD2B}" type="presParOf" srcId="{64793FC0-78CE-4810-8E21-F36C983405D9}" destId="{AFE3B00A-C547-4E25-AE04-D57972649946}" srcOrd="2" destOrd="0" presId="urn:microsoft.com/office/officeart/2005/8/layout/vProcess5"/>
    <dgm:cxn modelId="{BC68F0E8-4F1C-41B9-B7BB-DFB037918FFE}" type="presParOf" srcId="{64793FC0-78CE-4810-8E21-F36C983405D9}" destId="{A1BA1B21-2A37-4DCD-8F0E-E430D95AB877}" srcOrd="3" destOrd="0" presId="urn:microsoft.com/office/officeart/2005/8/layout/vProcess5"/>
    <dgm:cxn modelId="{C8371217-C48D-4BF9-BFD3-701A0F108D6A}" type="presParOf" srcId="{64793FC0-78CE-4810-8E21-F36C983405D9}" destId="{9FEB6438-AB5F-4ABA-861F-5674A796835B}" srcOrd="4" destOrd="0" presId="urn:microsoft.com/office/officeart/2005/8/layout/vProcess5"/>
    <dgm:cxn modelId="{881E4F31-82E2-401C-9E1E-710128F780C6}" type="presParOf" srcId="{64793FC0-78CE-4810-8E21-F36C983405D9}" destId="{0B2DBC68-8D0D-4E43-AC9B-4A0D3F5F9FE3}" srcOrd="5" destOrd="0" presId="urn:microsoft.com/office/officeart/2005/8/layout/vProcess5"/>
    <dgm:cxn modelId="{B627F236-8450-4F67-B04A-6BBED54D2B86}" type="presParOf" srcId="{64793FC0-78CE-4810-8E21-F36C983405D9}" destId="{958E6615-0CDF-4A4B-A152-EAE1EA99F191}" srcOrd="6" destOrd="0" presId="urn:microsoft.com/office/officeart/2005/8/layout/vProcess5"/>
    <dgm:cxn modelId="{851388C4-53B3-4090-B309-45065F44808E}" type="presParOf" srcId="{64793FC0-78CE-4810-8E21-F36C983405D9}" destId="{B5563DCF-5940-41E2-8F3E-779E06E20B51}" srcOrd="7" destOrd="0" presId="urn:microsoft.com/office/officeart/2005/8/layout/vProcess5"/>
    <dgm:cxn modelId="{4F834833-CA5C-4C1A-B57E-FB3CCD6866A7}" type="presParOf" srcId="{64793FC0-78CE-4810-8E21-F36C983405D9}" destId="{940EEE2D-7165-48F3-B15C-222BDD628EA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017B27-425C-4246-955A-4866F8BF00C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11771EF-C4AA-4683-95C6-8C9B6EA0696D}">
      <dgm:prSet/>
      <dgm:spPr/>
      <dgm:t>
        <a:bodyPr/>
        <a:lstStyle/>
        <a:p>
          <a:r>
            <a:rPr lang="en-GB"/>
            <a:t>First, create and account on the Unity website to get started.</a:t>
          </a:r>
          <a:endParaRPr lang="en-US"/>
        </a:p>
      </dgm:t>
    </dgm:pt>
    <dgm:pt modelId="{123EADDA-AD3E-478B-B0AC-39BA8FDDF1B3}" type="parTrans" cxnId="{F752F682-4AEC-49D1-A356-C3D2B10D51C2}">
      <dgm:prSet/>
      <dgm:spPr/>
      <dgm:t>
        <a:bodyPr/>
        <a:lstStyle/>
        <a:p>
          <a:endParaRPr lang="en-US"/>
        </a:p>
      </dgm:t>
    </dgm:pt>
    <dgm:pt modelId="{DCF8443F-E3B6-4012-A8EC-57AAAF3C1165}" type="sibTrans" cxnId="{F752F682-4AEC-49D1-A356-C3D2B10D51C2}">
      <dgm:prSet/>
      <dgm:spPr/>
      <dgm:t>
        <a:bodyPr/>
        <a:lstStyle/>
        <a:p>
          <a:endParaRPr lang="en-US"/>
        </a:p>
      </dgm:t>
    </dgm:pt>
    <dgm:pt modelId="{D8D71FDE-ACE8-460C-AD43-667E0D8E9E90}">
      <dgm:prSet/>
      <dgm:spPr/>
      <dgm:t>
        <a:bodyPr/>
        <a:lstStyle/>
        <a:p>
          <a:r>
            <a:rPr lang="en-GB"/>
            <a:t>Second, download the Unity Hub and log in there. Then, go to the licenses tab and get yourself a free personal license.</a:t>
          </a:r>
          <a:endParaRPr lang="en-US"/>
        </a:p>
      </dgm:t>
    </dgm:pt>
    <dgm:pt modelId="{F29FC8C8-4E15-44DE-B65E-D414B47243AA}" type="parTrans" cxnId="{95EA6ECB-ADB4-4C17-B958-882597159135}">
      <dgm:prSet/>
      <dgm:spPr/>
      <dgm:t>
        <a:bodyPr/>
        <a:lstStyle/>
        <a:p>
          <a:endParaRPr lang="en-US"/>
        </a:p>
      </dgm:t>
    </dgm:pt>
    <dgm:pt modelId="{E69E0219-2A86-4A51-BA2F-85FD233DF1D5}" type="sibTrans" cxnId="{95EA6ECB-ADB4-4C17-B958-882597159135}">
      <dgm:prSet/>
      <dgm:spPr/>
      <dgm:t>
        <a:bodyPr/>
        <a:lstStyle/>
        <a:p>
          <a:endParaRPr lang="en-US"/>
        </a:p>
      </dgm:t>
    </dgm:pt>
    <dgm:pt modelId="{3DCE60E9-79C6-4FF8-9881-DB37ACE14A6F}">
      <dgm:prSet/>
      <dgm:spPr/>
      <dgm:t>
        <a:bodyPr/>
        <a:lstStyle/>
        <a:p>
          <a:r>
            <a:rPr lang="en-GB"/>
            <a:t>From the hub, download the editor version 6000.2.13f1 (we will be using this for the course!) </a:t>
          </a:r>
          <a:endParaRPr lang="en-US"/>
        </a:p>
      </dgm:t>
    </dgm:pt>
    <dgm:pt modelId="{CBA98C20-C817-4736-AF48-1B307B37D969}" type="parTrans" cxnId="{9CB28CD4-809B-46EA-B30A-9EB4B5D71419}">
      <dgm:prSet/>
      <dgm:spPr/>
      <dgm:t>
        <a:bodyPr/>
        <a:lstStyle/>
        <a:p>
          <a:endParaRPr lang="en-US"/>
        </a:p>
      </dgm:t>
    </dgm:pt>
    <dgm:pt modelId="{E4E16338-2482-47F9-9AB6-D23660FA91F5}" type="sibTrans" cxnId="{9CB28CD4-809B-46EA-B30A-9EB4B5D71419}">
      <dgm:prSet/>
      <dgm:spPr/>
      <dgm:t>
        <a:bodyPr/>
        <a:lstStyle/>
        <a:p>
          <a:endParaRPr lang="en-US"/>
        </a:p>
      </dgm:t>
    </dgm:pt>
    <dgm:pt modelId="{B4DD3787-7891-4A40-8C3C-766C2913EEC3}">
      <dgm:prSet/>
      <dgm:spPr/>
      <dgm:t>
        <a:bodyPr/>
        <a:lstStyle/>
        <a:p>
          <a:r>
            <a:rPr lang="en-GB"/>
            <a:t>You’re then ready to start a new Project!</a:t>
          </a:r>
          <a:endParaRPr lang="en-US"/>
        </a:p>
      </dgm:t>
    </dgm:pt>
    <dgm:pt modelId="{B20E5A33-F64E-4B4E-9763-09874AF2DF4F}" type="parTrans" cxnId="{EFACA96F-3750-4E7F-A309-5754E0BCCF89}">
      <dgm:prSet/>
      <dgm:spPr/>
      <dgm:t>
        <a:bodyPr/>
        <a:lstStyle/>
        <a:p>
          <a:endParaRPr lang="en-US"/>
        </a:p>
      </dgm:t>
    </dgm:pt>
    <dgm:pt modelId="{0A05A728-5C0D-4E77-AC91-D23C505EB69B}" type="sibTrans" cxnId="{EFACA96F-3750-4E7F-A309-5754E0BCCF89}">
      <dgm:prSet/>
      <dgm:spPr/>
      <dgm:t>
        <a:bodyPr/>
        <a:lstStyle/>
        <a:p>
          <a:endParaRPr lang="en-US"/>
        </a:p>
      </dgm:t>
    </dgm:pt>
    <dgm:pt modelId="{87722D88-F280-44CC-A823-4D483647BC75}" type="pres">
      <dgm:prSet presAssocID="{95017B27-425C-4246-955A-4866F8BF00C7}" presName="root" presStyleCnt="0">
        <dgm:presLayoutVars>
          <dgm:dir/>
          <dgm:resizeHandles val="exact"/>
        </dgm:presLayoutVars>
      </dgm:prSet>
      <dgm:spPr/>
    </dgm:pt>
    <dgm:pt modelId="{74BF178F-0125-4578-B0C3-8E37DD78ADA2}" type="pres">
      <dgm:prSet presAssocID="{95017B27-425C-4246-955A-4866F8BF00C7}" presName="container" presStyleCnt="0">
        <dgm:presLayoutVars>
          <dgm:dir/>
          <dgm:resizeHandles val="exact"/>
        </dgm:presLayoutVars>
      </dgm:prSet>
      <dgm:spPr/>
    </dgm:pt>
    <dgm:pt modelId="{89635F41-9177-4C66-BDFE-9B210AE2CA6F}" type="pres">
      <dgm:prSet presAssocID="{C11771EF-C4AA-4683-95C6-8C9B6EA0696D}" presName="compNode" presStyleCnt="0"/>
      <dgm:spPr/>
    </dgm:pt>
    <dgm:pt modelId="{B507183A-18D3-4A40-A240-7527520C4BDE}" type="pres">
      <dgm:prSet presAssocID="{C11771EF-C4AA-4683-95C6-8C9B6EA0696D}" presName="iconBgRect" presStyleLbl="bgShp" presStyleIdx="0" presStyleCnt="4"/>
      <dgm:spPr/>
    </dgm:pt>
    <dgm:pt modelId="{C89913EE-9D97-4527-9386-E606BB5F65FF}" type="pres">
      <dgm:prSet presAssocID="{C11771EF-C4AA-4683-95C6-8C9B6EA069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71C8D61A-A23B-4ACD-94A2-0B860CBA27CC}" type="pres">
      <dgm:prSet presAssocID="{C11771EF-C4AA-4683-95C6-8C9B6EA0696D}" presName="spaceRect" presStyleCnt="0"/>
      <dgm:spPr/>
    </dgm:pt>
    <dgm:pt modelId="{9E373CC0-0647-44E9-9CD8-02DB9295E2CA}" type="pres">
      <dgm:prSet presAssocID="{C11771EF-C4AA-4683-95C6-8C9B6EA0696D}" presName="textRect" presStyleLbl="revTx" presStyleIdx="0" presStyleCnt="4">
        <dgm:presLayoutVars>
          <dgm:chMax val="1"/>
          <dgm:chPref val="1"/>
        </dgm:presLayoutVars>
      </dgm:prSet>
      <dgm:spPr/>
    </dgm:pt>
    <dgm:pt modelId="{D5AA5AE7-FD76-4DE9-A6A1-7C5B31565A10}" type="pres">
      <dgm:prSet presAssocID="{DCF8443F-E3B6-4012-A8EC-57AAAF3C1165}" presName="sibTrans" presStyleLbl="sibTrans2D1" presStyleIdx="0" presStyleCnt="0"/>
      <dgm:spPr/>
    </dgm:pt>
    <dgm:pt modelId="{BD10676A-A1B3-446C-B2FD-07C93661A307}" type="pres">
      <dgm:prSet presAssocID="{D8D71FDE-ACE8-460C-AD43-667E0D8E9E90}" presName="compNode" presStyleCnt="0"/>
      <dgm:spPr/>
    </dgm:pt>
    <dgm:pt modelId="{58301412-09BC-4E21-8318-4DBB292655E4}" type="pres">
      <dgm:prSet presAssocID="{D8D71FDE-ACE8-460C-AD43-667E0D8E9E90}" presName="iconBgRect" presStyleLbl="bgShp" presStyleIdx="1" presStyleCnt="4"/>
      <dgm:spPr/>
    </dgm:pt>
    <dgm:pt modelId="{97CB7BBE-7783-454B-BEF5-2C93EBBBFC51}" type="pres">
      <dgm:prSet presAssocID="{D8D71FDE-ACE8-460C-AD43-667E0D8E9E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BEEB2C69-B1E9-4C92-9034-1A9B3C6AC19A}" type="pres">
      <dgm:prSet presAssocID="{D8D71FDE-ACE8-460C-AD43-667E0D8E9E90}" presName="spaceRect" presStyleCnt="0"/>
      <dgm:spPr/>
    </dgm:pt>
    <dgm:pt modelId="{79D867E5-F47A-45A2-94C7-6C36A8731804}" type="pres">
      <dgm:prSet presAssocID="{D8D71FDE-ACE8-460C-AD43-667E0D8E9E90}" presName="textRect" presStyleLbl="revTx" presStyleIdx="1" presStyleCnt="4">
        <dgm:presLayoutVars>
          <dgm:chMax val="1"/>
          <dgm:chPref val="1"/>
        </dgm:presLayoutVars>
      </dgm:prSet>
      <dgm:spPr/>
    </dgm:pt>
    <dgm:pt modelId="{2D38B856-D244-4597-A2C2-D263F36A9A6A}" type="pres">
      <dgm:prSet presAssocID="{E69E0219-2A86-4A51-BA2F-85FD233DF1D5}" presName="sibTrans" presStyleLbl="sibTrans2D1" presStyleIdx="0" presStyleCnt="0"/>
      <dgm:spPr/>
    </dgm:pt>
    <dgm:pt modelId="{F3440004-2ACB-4EA7-AA52-8012FA53A074}" type="pres">
      <dgm:prSet presAssocID="{3DCE60E9-79C6-4FF8-9881-DB37ACE14A6F}" presName="compNode" presStyleCnt="0"/>
      <dgm:spPr/>
    </dgm:pt>
    <dgm:pt modelId="{15680139-8461-4C56-823A-CE50AE5AE1CB}" type="pres">
      <dgm:prSet presAssocID="{3DCE60E9-79C6-4FF8-9881-DB37ACE14A6F}" presName="iconBgRect" presStyleLbl="bgShp" presStyleIdx="2" presStyleCnt="4"/>
      <dgm:spPr/>
    </dgm:pt>
    <dgm:pt modelId="{5E94555E-7397-4B6F-9164-53959A4EB1DA}" type="pres">
      <dgm:prSet presAssocID="{3DCE60E9-79C6-4FF8-9881-DB37ACE14A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87E281D4-333E-4C32-9E12-D953ABF42F78}" type="pres">
      <dgm:prSet presAssocID="{3DCE60E9-79C6-4FF8-9881-DB37ACE14A6F}" presName="spaceRect" presStyleCnt="0"/>
      <dgm:spPr/>
    </dgm:pt>
    <dgm:pt modelId="{7E96DE82-5390-4E86-A5CC-E57F581C6F56}" type="pres">
      <dgm:prSet presAssocID="{3DCE60E9-79C6-4FF8-9881-DB37ACE14A6F}" presName="textRect" presStyleLbl="revTx" presStyleIdx="2" presStyleCnt="4">
        <dgm:presLayoutVars>
          <dgm:chMax val="1"/>
          <dgm:chPref val="1"/>
        </dgm:presLayoutVars>
      </dgm:prSet>
      <dgm:spPr/>
    </dgm:pt>
    <dgm:pt modelId="{4A1DDC07-71CE-4221-8682-2D286845B910}" type="pres">
      <dgm:prSet presAssocID="{E4E16338-2482-47F9-9AB6-D23660FA91F5}" presName="sibTrans" presStyleLbl="sibTrans2D1" presStyleIdx="0" presStyleCnt="0"/>
      <dgm:spPr/>
    </dgm:pt>
    <dgm:pt modelId="{8711E301-7785-4F1C-8681-2133084D9F5C}" type="pres">
      <dgm:prSet presAssocID="{B4DD3787-7891-4A40-8C3C-766C2913EEC3}" presName="compNode" presStyleCnt="0"/>
      <dgm:spPr/>
    </dgm:pt>
    <dgm:pt modelId="{0030680C-CE67-44B8-B5E7-EF1348578E01}" type="pres">
      <dgm:prSet presAssocID="{B4DD3787-7891-4A40-8C3C-766C2913EEC3}" presName="iconBgRect" presStyleLbl="bgShp" presStyleIdx="3" presStyleCnt="4"/>
      <dgm:spPr/>
    </dgm:pt>
    <dgm:pt modelId="{D24D16F1-49A1-4C4B-8AF1-E7E497CAAC97}" type="pres">
      <dgm:prSet presAssocID="{B4DD3787-7891-4A40-8C3C-766C2913EE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4295889-0B3F-46B8-8DD2-71977C796D27}" type="pres">
      <dgm:prSet presAssocID="{B4DD3787-7891-4A40-8C3C-766C2913EEC3}" presName="spaceRect" presStyleCnt="0"/>
      <dgm:spPr/>
    </dgm:pt>
    <dgm:pt modelId="{81080446-C058-44BA-BB1F-007219B9E863}" type="pres">
      <dgm:prSet presAssocID="{B4DD3787-7891-4A40-8C3C-766C2913EEC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BE2405-8880-45DD-8B62-06927F5067D2}" type="presOf" srcId="{DCF8443F-E3B6-4012-A8EC-57AAAF3C1165}" destId="{D5AA5AE7-FD76-4DE9-A6A1-7C5B31565A10}" srcOrd="0" destOrd="0" presId="urn:microsoft.com/office/officeart/2018/2/layout/IconCircleList"/>
    <dgm:cxn modelId="{4AB7BA5B-BA11-4B4F-862A-CE762E78B58A}" type="presOf" srcId="{D8D71FDE-ACE8-460C-AD43-667E0D8E9E90}" destId="{79D867E5-F47A-45A2-94C7-6C36A8731804}" srcOrd="0" destOrd="0" presId="urn:microsoft.com/office/officeart/2018/2/layout/IconCircleList"/>
    <dgm:cxn modelId="{D5B1295E-902F-4382-9430-1DA905453659}" type="presOf" srcId="{E69E0219-2A86-4A51-BA2F-85FD233DF1D5}" destId="{2D38B856-D244-4597-A2C2-D263F36A9A6A}" srcOrd="0" destOrd="0" presId="urn:microsoft.com/office/officeart/2018/2/layout/IconCircleList"/>
    <dgm:cxn modelId="{EFACA96F-3750-4E7F-A309-5754E0BCCF89}" srcId="{95017B27-425C-4246-955A-4866F8BF00C7}" destId="{B4DD3787-7891-4A40-8C3C-766C2913EEC3}" srcOrd="3" destOrd="0" parTransId="{B20E5A33-F64E-4B4E-9763-09874AF2DF4F}" sibTransId="{0A05A728-5C0D-4E77-AC91-D23C505EB69B}"/>
    <dgm:cxn modelId="{F752F682-4AEC-49D1-A356-C3D2B10D51C2}" srcId="{95017B27-425C-4246-955A-4866F8BF00C7}" destId="{C11771EF-C4AA-4683-95C6-8C9B6EA0696D}" srcOrd="0" destOrd="0" parTransId="{123EADDA-AD3E-478B-B0AC-39BA8FDDF1B3}" sibTransId="{DCF8443F-E3B6-4012-A8EC-57AAAF3C1165}"/>
    <dgm:cxn modelId="{1BEBE293-BE6E-4657-BCFB-D48ACC463284}" type="presOf" srcId="{C11771EF-C4AA-4683-95C6-8C9B6EA0696D}" destId="{9E373CC0-0647-44E9-9CD8-02DB9295E2CA}" srcOrd="0" destOrd="0" presId="urn:microsoft.com/office/officeart/2018/2/layout/IconCircleList"/>
    <dgm:cxn modelId="{9B04CEA5-516D-4943-8C46-EAF2097DEE6B}" type="presOf" srcId="{95017B27-425C-4246-955A-4866F8BF00C7}" destId="{87722D88-F280-44CC-A823-4D483647BC75}" srcOrd="0" destOrd="0" presId="urn:microsoft.com/office/officeart/2018/2/layout/IconCircleList"/>
    <dgm:cxn modelId="{FB6B34AD-EE61-4A4A-9CD4-769E83559A52}" type="presOf" srcId="{E4E16338-2482-47F9-9AB6-D23660FA91F5}" destId="{4A1DDC07-71CE-4221-8682-2D286845B910}" srcOrd="0" destOrd="0" presId="urn:microsoft.com/office/officeart/2018/2/layout/IconCircleList"/>
    <dgm:cxn modelId="{FEB83CC3-8903-4D9E-9A23-153678C1F86B}" type="presOf" srcId="{B4DD3787-7891-4A40-8C3C-766C2913EEC3}" destId="{81080446-C058-44BA-BB1F-007219B9E863}" srcOrd="0" destOrd="0" presId="urn:microsoft.com/office/officeart/2018/2/layout/IconCircleList"/>
    <dgm:cxn modelId="{95EA6ECB-ADB4-4C17-B958-882597159135}" srcId="{95017B27-425C-4246-955A-4866F8BF00C7}" destId="{D8D71FDE-ACE8-460C-AD43-667E0D8E9E90}" srcOrd="1" destOrd="0" parTransId="{F29FC8C8-4E15-44DE-B65E-D414B47243AA}" sibTransId="{E69E0219-2A86-4A51-BA2F-85FD233DF1D5}"/>
    <dgm:cxn modelId="{9CB28CD4-809B-46EA-B30A-9EB4B5D71419}" srcId="{95017B27-425C-4246-955A-4866F8BF00C7}" destId="{3DCE60E9-79C6-4FF8-9881-DB37ACE14A6F}" srcOrd="2" destOrd="0" parTransId="{CBA98C20-C817-4736-AF48-1B307B37D969}" sibTransId="{E4E16338-2482-47F9-9AB6-D23660FA91F5}"/>
    <dgm:cxn modelId="{B7A537E9-8131-4AF0-AA44-725DF703758B}" type="presOf" srcId="{3DCE60E9-79C6-4FF8-9881-DB37ACE14A6F}" destId="{7E96DE82-5390-4E86-A5CC-E57F581C6F56}" srcOrd="0" destOrd="0" presId="urn:microsoft.com/office/officeart/2018/2/layout/IconCircleList"/>
    <dgm:cxn modelId="{0778C827-B962-4863-9EC6-BEF47A7FC47F}" type="presParOf" srcId="{87722D88-F280-44CC-A823-4D483647BC75}" destId="{74BF178F-0125-4578-B0C3-8E37DD78ADA2}" srcOrd="0" destOrd="0" presId="urn:microsoft.com/office/officeart/2018/2/layout/IconCircleList"/>
    <dgm:cxn modelId="{51D4B8A1-B7AE-4AE7-9E9E-652B9DC20AE7}" type="presParOf" srcId="{74BF178F-0125-4578-B0C3-8E37DD78ADA2}" destId="{89635F41-9177-4C66-BDFE-9B210AE2CA6F}" srcOrd="0" destOrd="0" presId="urn:microsoft.com/office/officeart/2018/2/layout/IconCircleList"/>
    <dgm:cxn modelId="{1AB6990E-5CBC-4A34-9DB3-FD27C4CCFF9E}" type="presParOf" srcId="{89635F41-9177-4C66-BDFE-9B210AE2CA6F}" destId="{B507183A-18D3-4A40-A240-7527520C4BDE}" srcOrd="0" destOrd="0" presId="urn:microsoft.com/office/officeart/2018/2/layout/IconCircleList"/>
    <dgm:cxn modelId="{9E66C372-CE81-42CC-972B-56290ABF3FB6}" type="presParOf" srcId="{89635F41-9177-4C66-BDFE-9B210AE2CA6F}" destId="{C89913EE-9D97-4527-9386-E606BB5F65FF}" srcOrd="1" destOrd="0" presId="urn:microsoft.com/office/officeart/2018/2/layout/IconCircleList"/>
    <dgm:cxn modelId="{4A936456-E6EC-4D62-B279-15C46D3A24C9}" type="presParOf" srcId="{89635F41-9177-4C66-BDFE-9B210AE2CA6F}" destId="{71C8D61A-A23B-4ACD-94A2-0B860CBA27CC}" srcOrd="2" destOrd="0" presId="urn:microsoft.com/office/officeart/2018/2/layout/IconCircleList"/>
    <dgm:cxn modelId="{9A88D4B7-25EE-4852-B817-D13C917A4006}" type="presParOf" srcId="{89635F41-9177-4C66-BDFE-9B210AE2CA6F}" destId="{9E373CC0-0647-44E9-9CD8-02DB9295E2CA}" srcOrd="3" destOrd="0" presId="urn:microsoft.com/office/officeart/2018/2/layout/IconCircleList"/>
    <dgm:cxn modelId="{249C8812-57AC-4CA4-8D39-E719AA474F93}" type="presParOf" srcId="{74BF178F-0125-4578-B0C3-8E37DD78ADA2}" destId="{D5AA5AE7-FD76-4DE9-A6A1-7C5B31565A10}" srcOrd="1" destOrd="0" presId="urn:microsoft.com/office/officeart/2018/2/layout/IconCircleList"/>
    <dgm:cxn modelId="{D56925E8-7CF9-46B6-81C3-1C0F490D19EF}" type="presParOf" srcId="{74BF178F-0125-4578-B0C3-8E37DD78ADA2}" destId="{BD10676A-A1B3-446C-B2FD-07C93661A307}" srcOrd="2" destOrd="0" presId="urn:microsoft.com/office/officeart/2018/2/layout/IconCircleList"/>
    <dgm:cxn modelId="{187D4BEE-11D8-46E7-8D77-EF97F165444C}" type="presParOf" srcId="{BD10676A-A1B3-446C-B2FD-07C93661A307}" destId="{58301412-09BC-4E21-8318-4DBB292655E4}" srcOrd="0" destOrd="0" presId="urn:microsoft.com/office/officeart/2018/2/layout/IconCircleList"/>
    <dgm:cxn modelId="{3DE45F88-1528-4C53-A381-7C416FABF393}" type="presParOf" srcId="{BD10676A-A1B3-446C-B2FD-07C93661A307}" destId="{97CB7BBE-7783-454B-BEF5-2C93EBBBFC51}" srcOrd="1" destOrd="0" presId="urn:microsoft.com/office/officeart/2018/2/layout/IconCircleList"/>
    <dgm:cxn modelId="{5DCD6EAC-714A-44A2-8A43-929801404BB6}" type="presParOf" srcId="{BD10676A-A1B3-446C-B2FD-07C93661A307}" destId="{BEEB2C69-B1E9-4C92-9034-1A9B3C6AC19A}" srcOrd="2" destOrd="0" presId="urn:microsoft.com/office/officeart/2018/2/layout/IconCircleList"/>
    <dgm:cxn modelId="{4AAF413C-F1F4-4C1A-88DB-DE52ECC4E81D}" type="presParOf" srcId="{BD10676A-A1B3-446C-B2FD-07C93661A307}" destId="{79D867E5-F47A-45A2-94C7-6C36A8731804}" srcOrd="3" destOrd="0" presId="urn:microsoft.com/office/officeart/2018/2/layout/IconCircleList"/>
    <dgm:cxn modelId="{1F0C05D0-5991-43D9-A4FE-759B21BE5C3D}" type="presParOf" srcId="{74BF178F-0125-4578-B0C3-8E37DD78ADA2}" destId="{2D38B856-D244-4597-A2C2-D263F36A9A6A}" srcOrd="3" destOrd="0" presId="urn:microsoft.com/office/officeart/2018/2/layout/IconCircleList"/>
    <dgm:cxn modelId="{879E0B6E-D8FB-48B9-9124-8AFB21928F38}" type="presParOf" srcId="{74BF178F-0125-4578-B0C3-8E37DD78ADA2}" destId="{F3440004-2ACB-4EA7-AA52-8012FA53A074}" srcOrd="4" destOrd="0" presId="urn:microsoft.com/office/officeart/2018/2/layout/IconCircleList"/>
    <dgm:cxn modelId="{DD4EBFD2-2B27-426F-85B4-B92F8369AD9E}" type="presParOf" srcId="{F3440004-2ACB-4EA7-AA52-8012FA53A074}" destId="{15680139-8461-4C56-823A-CE50AE5AE1CB}" srcOrd="0" destOrd="0" presId="urn:microsoft.com/office/officeart/2018/2/layout/IconCircleList"/>
    <dgm:cxn modelId="{70AAE90D-14DB-461E-ADBE-960949AC26EA}" type="presParOf" srcId="{F3440004-2ACB-4EA7-AA52-8012FA53A074}" destId="{5E94555E-7397-4B6F-9164-53959A4EB1DA}" srcOrd="1" destOrd="0" presId="urn:microsoft.com/office/officeart/2018/2/layout/IconCircleList"/>
    <dgm:cxn modelId="{4FB86E75-5B00-4BAE-A55C-CC04DE2545E0}" type="presParOf" srcId="{F3440004-2ACB-4EA7-AA52-8012FA53A074}" destId="{87E281D4-333E-4C32-9E12-D953ABF42F78}" srcOrd="2" destOrd="0" presId="urn:microsoft.com/office/officeart/2018/2/layout/IconCircleList"/>
    <dgm:cxn modelId="{FBAB848D-1697-4117-B311-9A38FED7D7C0}" type="presParOf" srcId="{F3440004-2ACB-4EA7-AA52-8012FA53A074}" destId="{7E96DE82-5390-4E86-A5CC-E57F581C6F56}" srcOrd="3" destOrd="0" presId="urn:microsoft.com/office/officeart/2018/2/layout/IconCircleList"/>
    <dgm:cxn modelId="{EA634FFF-2CDC-4666-BA29-9E457D1A6CCC}" type="presParOf" srcId="{74BF178F-0125-4578-B0C3-8E37DD78ADA2}" destId="{4A1DDC07-71CE-4221-8682-2D286845B910}" srcOrd="5" destOrd="0" presId="urn:microsoft.com/office/officeart/2018/2/layout/IconCircleList"/>
    <dgm:cxn modelId="{36C97454-533D-4C41-BB6A-BB5F7D9F2D22}" type="presParOf" srcId="{74BF178F-0125-4578-B0C3-8E37DD78ADA2}" destId="{8711E301-7785-4F1C-8681-2133084D9F5C}" srcOrd="6" destOrd="0" presId="urn:microsoft.com/office/officeart/2018/2/layout/IconCircleList"/>
    <dgm:cxn modelId="{B3C2564E-1D47-4000-9C8C-AD092E8F7C6C}" type="presParOf" srcId="{8711E301-7785-4F1C-8681-2133084D9F5C}" destId="{0030680C-CE67-44B8-B5E7-EF1348578E01}" srcOrd="0" destOrd="0" presId="urn:microsoft.com/office/officeart/2018/2/layout/IconCircleList"/>
    <dgm:cxn modelId="{1479F850-EB73-49CB-8516-0E6872A624C4}" type="presParOf" srcId="{8711E301-7785-4F1C-8681-2133084D9F5C}" destId="{D24D16F1-49A1-4C4B-8AF1-E7E497CAAC97}" srcOrd="1" destOrd="0" presId="urn:microsoft.com/office/officeart/2018/2/layout/IconCircleList"/>
    <dgm:cxn modelId="{832D7721-C5C7-4C39-8B68-E33EB837871E}" type="presParOf" srcId="{8711E301-7785-4F1C-8681-2133084D9F5C}" destId="{E4295889-0B3F-46B8-8DD2-71977C796D27}" srcOrd="2" destOrd="0" presId="urn:microsoft.com/office/officeart/2018/2/layout/IconCircleList"/>
    <dgm:cxn modelId="{37AE899E-025C-4E12-9F33-2C827052BE7C}" type="presParOf" srcId="{8711E301-7785-4F1C-8681-2133084D9F5C}" destId="{81080446-C058-44BA-BB1F-007219B9E8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E7E7E6-DFFF-417A-86EF-72E4F851820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8E02D0-3312-4223-B1B3-7B19EE5CBD1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Go to the Projects tab in Unity Hub and click New Project.</a:t>
          </a:r>
          <a:endParaRPr lang="en-US"/>
        </a:p>
      </dgm:t>
    </dgm:pt>
    <dgm:pt modelId="{6415FF2A-B76C-4AFB-9FC2-15E602E183D9}" type="parTrans" cxnId="{AE0EF2CD-8322-4DF8-86E0-A92B7B701070}">
      <dgm:prSet/>
      <dgm:spPr/>
      <dgm:t>
        <a:bodyPr/>
        <a:lstStyle/>
        <a:p>
          <a:endParaRPr lang="en-US"/>
        </a:p>
      </dgm:t>
    </dgm:pt>
    <dgm:pt modelId="{5AA8B7D4-60BE-4032-9D67-E4E2A1604777}" type="sibTrans" cxnId="{AE0EF2CD-8322-4DF8-86E0-A92B7B701070}">
      <dgm:prSet/>
      <dgm:spPr/>
      <dgm:t>
        <a:bodyPr/>
        <a:lstStyle/>
        <a:p>
          <a:endParaRPr lang="en-US"/>
        </a:p>
      </dgm:t>
    </dgm:pt>
    <dgm:pt modelId="{186DAB8F-7398-422A-AED0-971A420FB3E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From there, click Universal 3D, give it a name like YourName_Unity and make sure it’s saved to a good location.</a:t>
          </a:r>
          <a:endParaRPr lang="en-US"/>
        </a:p>
      </dgm:t>
    </dgm:pt>
    <dgm:pt modelId="{55B5BA01-34C8-4484-A746-3CB34C9E0C43}" type="parTrans" cxnId="{33C19725-20D9-40E1-A18D-C11D71ACC6BC}">
      <dgm:prSet/>
      <dgm:spPr/>
      <dgm:t>
        <a:bodyPr/>
        <a:lstStyle/>
        <a:p>
          <a:endParaRPr lang="en-US"/>
        </a:p>
      </dgm:t>
    </dgm:pt>
    <dgm:pt modelId="{D3BB1CAF-DC15-4991-A24D-579C9D2C91C2}" type="sibTrans" cxnId="{33C19725-20D9-40E1-A18D-C11D71ACC6BC}">
      <dgm:prSet/>
      <dgm:spPr/>
      <dgm:t>
        <a:bodyPr/>
        <a:lstStyle/>
        <a:p>
          <a:endParaRPr lang="en-US"/>
        </a:p>
      </dgm:t>
    </dgm:pt>
    <dgm:pt modelId="{CF321A9C-7B82-44FE-BDF9-86F27746CDDE}" type="pres">
      <dgm:prSet presAssocID="{59E7E7E6-DFFF-417A-86EF-72E4F8518202}" presName="root" presStyleCnt="0">
        <dgm:presLayoutVars>
          <dgm:dir/>
          <dgm:resizeHandles val="exact"/>
        </dgm:presLayoutVars>
      </dgm:prSet>
      <dgm:spPr/>
    </dgm:pt>
    <dgm:pt modelId="{F015C77F-3A2F-4262-AC9B-770228DEE527}" type="pres">
      <dgm:prSet presAssocID="{508E02D0-3312-4223-B1B3-7B19EE5CBD1D}" presName="compNode" presStyleCnt="0"/>
      <dgm:spPr/>
    </dgm:pt>
    <dgm:pt modelId="{775B2932-1312-4594-9FB3-651BE3AC9294}" type="pres">
      <dgm:prSet presAssocID="{508E02D0-3312-4223-B1B3-7B19EE5CBD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B443253-03FF-4138-BA9E-D533960ABDFF}" type="pres">
      <dgm:prSet presAssocID="{508E02D0-3312-4223-B1B3-7B19EE5CBD1D}" presName="spaceRect" presStyleCnt="0"/>
      <dgm:spPr/>
    </dgm:pt>
    <dgm:pt modelId="{67638360-544A-48E1-B213-2A2D7C2C86A8}" type="pres">
      <dgm:prSet presAssocID="{508E02D0-3312-4223-B1B3-7B19EE5CBD1D}" presName="textRect" presStyleLbl="revTx" presStyleIdx="0" presStyleCnt="2">
        <dgm:presLayoutVars>
          <dgm:chMax val="1"/>
          <dgm:chPref val="1"/>
        </dgm:presLayoutVars>
      </dgm:prSet>
      <dgm:spPr/>
    </dgm:pt>
    <dgm:pt modelId="{A625971C-A11B-4EDA-9FEA-F8CC1B57A1C8}" type="pres">
      <dgm:prSet presAssocID="{5AA8B7D4-60BE-4032-9D67-E4E2A1604777}" presName="sibTrans" presStyleCnt="0"/>
      <dgm:spPr/>
    </dgm:pt>
    <dgm:pt modelId="{CB160440-9A1C-433C-9955-BCFD2CBB3D65}" type="pres">
      <dgm:prSet presAssocID="{186DAB8F-7398-422A-AED0-971A420FB3EB}" presName="compNode" presStyleCnt="0"/>
      <dgm:spPr/>
    </dgm:pt>
    <dgm:pt modelId="{CB978E49-AB35-40BE-AF4D-0FE109C0C27A}" type="pres">
      <dgm:prSet presAssocID="{186DAB8F-7398-422A-AED0-971A420FB3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4051F11-DBC2-4345-9431-E417AA36DDD0}" type="pres">
      <dgm:prSet presAssocID="{186DAB8F-7398-422A-AED0-971A420FB3EB}" presName="spaceRect" presStyleCnt="0"/>
      <dgm:spPr/>
    </dgm:pt>
    <dgm:pt modelId="{F38E5D47-9B4A-4CD5-9E99-7602FC321B2A}" type="pres">
      <dgm:prSet presAssocID="{186DAB8F-7398-422A-AED0-971A420FB3E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3C19725-20D9-40E1-A18D-C11D71ACC6BC}" srcId="{59E7E7E6-DFFF-417A-86EF-72E4F8518202}" destId="{186DAB8F-7398-422A-AED0-971A420FB3EB}" srcOrd="1" destOrd="0" parTransId="{55B5BA01-34C8-4484-A746-3CB34C9E0C43}" sibTransId="{D3BB1CAF-DC15-4991-A24D-579C9D2C91C2}"/>
    <dgm:cxn modelId="{278C6660-9995-46B1-A301-D744381688C8}" type="presOf" srcId="{59E7E7E6-DFFF-417A-86EF-72E4F8518202}" destId="{CF321A9C-7B82-44FE-BDF9-86F27746CDDE}" srcOrd="0" destOrd="0" presId="urn:microsoft.com/office/officeart/2018/2/layout/IconLabelList"/>
    <dgm:cxn modelId="{D2543873-776F-4CC4-A35E-25EFFDD10CBE}" type="presOf" srcId="{508E02D0-3312-4223-B1B3-7B19EE5CBD1D}" destId="{67638360-544A-48E1-B213-2A2D7C2C86A8}" srcOrd="0" destOrd="0" presId="urn:microsoft.com/office/officeart/2018/2/layout/IconLabelList"/>
    <dgm:cxn modelId="{6FE82888-245A-49E6-8A33-16C5BFF0029E}" type="presOf" srcId="{186DAB8F-7398-422A-AED0-971A420FB3EB}" destId="{F38E5D47-9B4A-4CD5-9E99-7602FC321B2A}" srcOrd="0" destOrd="0" presId="urn:microsoft.com/office/officeart/2018/2/layout/IconLabelList"/>
    <dgm:cxn modelId="{AE0EF2CD-8322-4DF8-86E0-A92B7B701070}" srcId="{59E7E7E6-DFFF-417A-86EF-72E4F8518202}" destId="{508E02D0-3312-4223-B1B3-7B19EE5CBD1D}" srcOrd="0" destOrd="0" parTransId="{6415FF2A-B76C-4AFB-9FC2-15E602E183D9}" sibTransId="{5AA8B7D4-60BE-4032-9D67-E4E2A1604777}"/>
    <dgm:cxn modelId="{BDC11995-457A-4AA5-A641-ADD8467ADEB0}" type="presParOf" srcId="{CF321A9C-7B82-44FE-BDF9-86F27746CDDE}" destId="{F015C77F-3A2F-4262-AC9B-770228DEE527}" srcOrd="0" destOrd="0" presId="urn:microsoft.com/office/officeart/2018/2/layout/IconLabelList"/>
    <dgm:cxn modelId="{BA8AFFCF-C96D-4241-BDBB-8525E9AFA7C9}" type="presParOf" srcId="{F015C77F-3A2F-4262-AC9B-770228DEE527}" destId="{775B2932-1312-4594-9FB3-651BE3AC9294}" srcOrd="0" destOrd="0" presId="urn:microsoft.com/office/officeart/2018/2/layout/IconLabelList"/>
    <dgm:cxn modelId="{7280A424-442E-4230-8FFC-1E86B74C34F4}" type="presParOf" srcId="{F015C77F-3A2F-4262-AC9B-770228DEE527}" destId="{6B443253-03FF-4138-BA9E-D533960ABDFF}" srcOrd="1" destOrd="0" presId="urn:microsoft.com/office/officeart/2018/2/layout/IconLabelList"/>
    <dgm:cxn modelId="{9B4F3A3A-91BB-43CF-A10A-4B144363245A}" type="presParOf" srcId="{F015C77F-3A2F-4262-AC9B-770228DEE527}" destId="{67638360-544A-48E1-B213-2A2D7C2C86A8}" srcOrd="2" destOrd="0" presId="urn:microsoft.com/office/officeart/2018/2/layout/IconLabelList"/>
    <dgm:cxn modelId="{3FA6ABE0-1987-4FE5-A015-927650091D6F}" type="presParOf" srcId="{CF321A9C-7B82-44FE-BDF9-86F27746CDDE}" destId="{A625971C-A11B-4EDA-9FEA-F8CC1B57A1C8}" srcOrd="1" destOrd="0" presId="urn:microsoft.com/office/officeart/2018/2/layout/IconLabelList"/>
    <dgm:cxn modelId="{E5473F6D-0B07-4040-9794-A9537C184A77}" type="presParOf" srcId="{CF321A9C-7B82-44FE-BDF9-86F27746CDDE}" destId="{CB160440-9A1C-433C-9955-BCFD2CBB3D65}" srcOrd="2" destOrd="0" presId="urn:microsoft.com/office/officeart/2018/2/layout/IconLabelList"/>
    <dgm:cxn modelId="{17DC47C3-D48C-41EE-B2C6-7EB47A0F1B39}" type="presParOf" srcId="{CB160440-9A1C-433C-9955-BCFD2CBB3D65}" destId="{CB978E49-AB35-40BE-AF4D-0FE109C0C27A}" srcOrd="0" destOrd="0" presId="urn:microsoft.com/office/officeart/2018/2/layout/IconLabelList"/>
    <dgm:cxn modelId="{7BD6B618-70AD-48DA-B3CF-131A03C1C62A}" type="presParOf" srcId="{CB160440-9A1C-433C-9955-BCFD2CBB3D65}" destId="{84051F11-DBC2-4345-9431-E417AA36DDD0}" srcOrd="1" destOrd="0" presId="urn:microsoft.com/office/officeart/2018/2/layout/IconLabelList"/>
    <dgm:cxn modelId="{429304E5-20C7-41C1-881F-FFE61DF3EF2E}" type="presParOf" srcId="{CB160440-9A1C-433C-9955-BCFD2CBB3D65}" destId="{F38E5D47-9B4A-4CD5-9E99-7602FC321B2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F6916F-A4A4-4246-80C9-44C31994E40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07E0593-3784-42DF-AB19-3CE117A70850}">
      <dgm:prSet/>
      <dgm:spPr/>
      <dgm:t>
        <a:bodyPr/>
        <a:lstStyle/>
        <a:p>
          <a:r>
            <a:rPr lang="en-GB"/>
            <a:t>GameObject – just objects in your game, you can see these in the Hierarchy window and move them in the Scene window.</a:t>
          </a:r>
          <a:endParaRPr lang="en-US"/>
        </a:p>
      </dgm:t>
    </dgm:pt>
    <dgm:pt modelId="{892BE50B-0CFB-43BD-A733-6E6C652CA75F}" type="parTrans" cxnId="{E3433E53-7DC5-44A2-8365-8C1B15F73424}">
      <dgm:prSet/>
      <dgm:spPr/>
      <dgm:t>
        <a:bodyPr/>
        <a:lstStyle/>
        <a:p>
          <a:endParaRPr lang="en-US"/>
        </a:p>
      </dgm:t>
    </dgm:pt>
    <dgm:pt modelId="{5624A4E1-44C1-4FC4-ACDD-73BD13221AC4}" type="sibTrans" cxnId="{E3433E53-7DC5-44A2-8365-8C1B15F73424}">
      <dgm:prSet/>
      <dgm:spPr/>
      <dgm:t>
        <a:bodyPr/>
        <a:lstStyle/>
        <a:p>
          <a:endParaRPr lang="en-US"/>
        </a:p>
      </dgm:t>
    </dgm:pt>
    <dgm:pt modelId="{D3C0F99E-9618-4D64-B407-8F562774CC1E}">
      <dgm:prSet/>
      <dgm:spPr/>
      <dgm:t>
        <a:bodyPr/>
        <a:lstStyle/>
        <a:p>
          <a:r>
            <a:rPr lang="en-GB"/>
            <a:t>Component – things you attach to a GameObject like colliders and scripts. When you click on a GameObject, the Inspector window will show the components, and you can edit them there.</a:t>
          </a:r>
          <a:endParaRPr lang="en-US"/>
        </a:p>
      </dgm:t>
    </dgm:pt>
    <dgm:pt modelId="{365A6143-E73F-4DCB-BFB6-6868493F2738}" type="parTrans" cxnId="{D196F696-26FB-4424-8555-6690F08AA983}">
      <dgm:prSet/>
      <dgm:spPr/>
      <dgm:t>
        <a:bodyPr/>
        <a:lstStyle/>
        <a:p>
          <a:endParaRPr lang="en-US"/>
        </a:p>
      </dgm:t>
    </dgm:pt>
    <dgm:pt modelId="{2E35ACDA-94FF-4D0B-BEF6-3779A750A21E}" type="sibTrans" cxnId="{D196F696-26FB-4424-8555-6690F08AA983}">
      <dgm:prSet/>
      <dgm:spPr/>
      <dgm:t>
        <a:bodyPr/>
        <a:lstStyle/>
        <a:p>
          <a:endParaRPr lang="en-US"/>
        </a:p>
      </dgm:t>
    </dgm:pt>
    <dgm:pt modelId="{4F8296FF-1B0F-44B8-8A92-663820773CE4}">
      <dgm:prSet/>
      <dgm:spPr/>
      <dgm:t>
        <a:bodyPr/>
        <a:lstStyle/>
        <a:p>
          <a:r>
            <a:rPr lang="en-GB"/>
            <a:t>Script – this is just a code file, in Unity, it will be written in C#. We will write scripts and attach them to various GameObjects.</a:t>
          </a:r>
          <a:endParaRPr lang="en-US"/>
        </a:p>
      </dgm:t>
    </dgm:pt>
    <dgm:pt modelId="{BBF581F3-584B-47DC-8FB7-A787CDE93EBA}" type="parTrans" cxnId="{57BB0B23-C376-4799-8F29-F18527F2C51B}">
      <dgm:prSet/>
      <dgm:spPr/>
      <dgm:t>
        <a:bodyPr/>
        <a:lstStyle/>
        <a:p>
          <a:endParaRPr lang="en-US"/>
        </a:p>
      </dgm:t>
    </dgm:pt>
    <dgm:pt modelId="{CAB64771-5E39-47DB-BB3A-EAE1C277BAC1}" type="sibTrans" cxnId="{57BB0B23-C376-4799-8F29-F18527F2C51B}">
      <dgm:prSet/>
      <dgm:spPr/>
      <dgm:t>
        <a:bodyPr/>
        <a:lstStyle/>
        <a:p>
          <a:endParaRPr lang="en-US"/>
        </a:p>
      </dgm:t>
    </dgm:pt>
    <dgm:pt modelId="{3E585943-7722-4883-8795-FCE2F439B51F}">
      <dgm:prSet/>
      <dgm:spPr/>
      <dgm:t>
        <a:bodyPr/>
        <a:lstStyle/>
        <a:p>
          <a:r>
            <a:rPr lang="en-GB"/>
            <a:t>Prefab – a preconfigured GameObject that can easily be placed in multiples around your scene and created or destroyed in code.</a:t>
          </a:r>
          <a:endParaRPr lang="en-US"/>
        </a:p>
      </dgm:t>
    </dgm:pt>
    <dgm:pt modelId="{6CF84F8B-AFB9-449F-A156-3A86253A703E}" type="parTrans" cxnId="{85097B4D-E805-4C26-B785-8F3B90330255}">
      <dgm:prSet/>
      <dgm:spPr/>
      <dgm:t>
        <a:bodyPr/>
        <a:lstStyle/>
        <a:p>
          <a:endParaRPr lang="en-US"/>
        </a:p>
      </dgm:t>
    </dgm:pt>
    <dgm:pt modelId="{33C7CE35-D540-46B3-97CD-2AD22B142BC5}" type="sibTrans" cxnId="{85097B4D-E805-4C26-B785-8F3B90330255}">
      <dgm:prSet/>
      <dgm:spPr/>
      <dgm:t>
        <a:bodyPr/>
        <a:lstStyle/>
        <a:p>
          <a:endParaRPr lang="en-US"/>
        </a:p>
      </dgm:t>
    </dgm:pt>
    <dgm:pt modelId="{3EE87150-B955-4B6C-AEBE-BD377E1742BF}" type="pres">
      <dgm:prSet presAssocID="{3DF6916F-A4A4-4246-80C9-44C31994E403}" presName="root" presStyleCnt="0">
        <dgm:presLayoutVars>
          <dgm:dir/>
          <dgm:resizeHandles val="exact"/>
        </dgm:presLayoutVars>
      </dgm:prSet>
      <dgm:spPr/>
    </dgm:pt>
    <dgm:pt modelId="{605027BD-7626-4795-95AF-E6DD60E8C535}" type="pres">
      <dgm:prSet presAssocID="{3DF6916F-A4A4-4246-80C9-44C31994E403}" presName="container" presStyleCnt="0">
        <dgm:presLayoutVars>
          <dgm:dir/>
          <dgm:resizeHandles val="exact"/>
        </dgm:presLayoutVars>
      </dgm:prSet>
      <dgm:spPr/>
    </dgm:pt>
    <dgm:pt modelId="{23A3849E-1071-480C-B58E-2FFCAB960C57}" type="pres">
      <dgm:prSet presAssocID="{707E0593-3784-42DF-AB19-3CE117A70850}" presName="compNode" presStyleCnt="0"/>
      <dgm:spPr/>
    </dgm:pt>
    <dgm:pt modelId="{866AD44D-BC10-4DC9-A7C5-E2E87E0269D2}" type="pres">
      <dgm:prSet presAssocID="{707E0593-3784-42DF-AB19-3CE117A70850}" presName="iconBgRect" presStyleLbl="bgShp" presStyleIdx="0" presStyleCnt="4"/>
      <dgm:spPr/>
    </dgm:pt>
    <dgm:pt modelId="{0D24C505-7CB4-476E-9906-C4F33F6E77A6}" type="pres">
      <dgm:prSet presAssocID="{707E0593-3784-42DF-AB19-3CE117A708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940D76B2-65A6-4664-91B4-03A4E9F69D71}" type="pres">
      <dgm:prSet presAssocID="{707E0593-3784-42DF-AB19-3CE117A70850}" presName="spaceRect" presStyleCnt="0"/>
      <dgm:spPr/>
    </dgm:pt>
    <dgm:pt modelId="{474EB3EE-A967-4B14-BDD7-06FB77B16F1E}" type="pres">
      <dgm:prSet presAssocID="{707E0593-3784-42DF-AB19-3CE117A70850}" presName="textRect" presStyleLbl="revTx" presStyleIdx="0" presStyleCnt="4">
        <dgm:presLayoutVars>
          <dgm:chMax val="1"/>
          <dgm:chPref val="1"/>
        </dgm:presLayoutVars>
      </dgm:prSet>
      <dgm:spPr/>
    </dgm:pt>
    <dgm:pt modelId="{BC1E8197-5476-437C-B7C4-01B642A4F80D}" type="pres">
      <dgm:prSet presAssocID="{5624A4E1-44C1-4FC4-ACDD-73BD13221AC4}" presName="sibTrans" presStyleLbl="sibTrans2D1" presStyleIdx="0" presStyleCnt="0"/>
      <dgm:spPr/>
    </dgm:pt>
    <dgm:pt modelId="{3EA84F3A-0513-4141-B1D4-C463CC7C484D}" type="pres">
      <dgm:prSet presAssocID="{D3C0F99E-9618-4D64-B407-8F562774CC1E}" presName="compNode" presStyleCnt="0"/>
      <dgm:spPr/>
    </dgm:pt>
    <dgm:pt modelId="{02343985-F1B5-42AA-A9D6-6085EFCBD3F2}" type="pres">
      <dgm:prSet presAssocID="{D3C0F99E-9618-4D64-B407-8F562774CC1E}" presName="iconBgRect" presStyleLbl="bgShp" presStyleIdx="1" presStyleCnt="4"/>
      <dgm:spPr/>
    </dgm:pt>
    <dgm:pt modelId="{E0B5796F-9164-47C0-A8D4-796CF3B3E12B}" type="pres">
      <dgm:prSet presAssocID="{D3C0F99E-9618-4D64-B407-8F562774CC1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F8A81A33-79DD-4F44-ABD1-E77293D04EC0}" type="pres">
      <dgm:prSet presAssocID="{D3C0F99E-9618-4D64-B407-8F562774CC1E}" presName="spaceRect" presStyleCnt="0"/>
      <dgm:spPr/>
    </dgm:pt>
    <dgm:pt modelId="{4C4973A1-4117-46F7-A8E5-E6B6EC7C65B8}" type="pres">
      <dgm:prSet presAssocID="{D3C0F99E-9618-4D64-B407-8F562774CC1E}" presName="textRect" presStyleLbl="revTx" presStyleIdx="1" presStyleCnt="4">
        <dgm:presLayoutVars>
          <dgm:chMax val="1"/>
          <dgm:chPref val="1"/>
        </dgm:presLayoutVars>
      </dgm:prSet>
      <dgm:spPr/>
    </dgm:pt>
    <dgm:pt modelId="{DA5A1153-4A6A-4111-B13E-5BF08219B04C}" type="pres">
      <dgm:prSet presAssocID="{2E35ACDA-94FF-4D0B-BEF6-3779A750A21E}" presName="sibTrans" presStyleLbl="sibTrans2D1" presStyleIdx="0" presStyleCnt="0"/>
      <dgm:spPr/>
    </dgm:pt>
    <dgm:pt modelId="{430767CD-C7CC-426B-B184-BBCFCA6EE914}" type="pres">
      <dgm:prSet presAssocID="{4F8296FF-1B0F-44B8-8A92-663820773CE4}" presName="compNode" presStyleCnt="0"/>
      <dgm:spPr/>
    </dgm:pt>
    <dgm:pt modelId="{CD3E9604-E8FA-4AAE-A405-00AD325EA4F3}" type="pres">
      <dgm:prSet presAssocID="{4F8296FF-1B0F-44B8-8A92-663820773CE4}" presName="iconBgRect" presStyleLbl="bgShp" presStyleIdx="2" presStyleCnt="4"/>
      <dgm:spPr/>
    </dgm:pt>
    <dgm:pt modelId="{43ECD9C4-537B-49EA-AEA6-790F361D402B}" type="pres">
      <dgm:prSet presAssocID="{4F8296FF-1B0F-44B8-8A92-663820773C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B61B7E1-D6CD-4E09-97E0-C78D58808B32}" type="pres">
      <dgm:prSet presAssocID="{4F8296FF-1B0F-44B8-8A92-663820773CE4}" presName="spaceRect" presStyleCnt="0"/>
      <dgm:spPr/>
    </dgm:pt>
    <dgm:pt modelId="{A32488CA-1B04-4DDF-8949-07B35E61455B}" type="pres">
      <dgm:prSet presAssocID="{4F8296FF-1B0F-44B8-8A92-663820773CE4}" presName="textRect" presStyleLbl="revTx" presStyleIdx="2" presStyleCnt="4">
        <dgm:presLayoutVars>
          <dgm:chMax val="1"/>
          <dgm:chPref val="1"/>
        </dgm:presLayoutVars>
      </dgm:prSet>
      <dgm:spPr/>
    </dgm:pt>
    <dgm:pt modelId="{FD233035-F81C-4418-B1F8-3F62F404FDD1}" type="pres">
      <dgm:prSet presAssocID="{CAB64771-5E39-47DB-BB3A-EAE1C277BAC1}" presName="sibTrans" presStyleLbl="sibTrans2D1" presStyleIdx="0" presStyleCnt="0"/>
      <dgm:spPr/>
    </dgm:pt>
    <dgm:pt modelId="{28105484-24BB-4345-B5A8-EBBC993898A5}" type="pres">
      <dgm:prSet presAssocID="{3E585943-7722-4883-8795-FCE2F439B51F}" presName="compNode" presStyleCnt="0"/>
      <dgm:spPr/>
    </dgm:pt>
    <dgm:pt modelId="{154849EF-9495-4797-837D-D260167EDB30}" type="pres">
      <dgm:prSet presAssocID="{3E585943-7722-4883-8795-FCE2F439B51F}" presName="iconBgRect" presStyleLbl="bgShp" presStyleIdx="3" presStyleCnt="4"/>
      <dgm:spPr/>
    </dgm:pt>
    <dgm:pt modelId="{B00D1055-9F3B-4B30-BAA1-FFCB1DDCC4DF}" type="pres">
      <dgm:prSet presAssocID="{3E585943-7722-4883-8795-FCE2F439B5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2EE2F994-A778-4B0C-BAD4-C6D0E6800BF2}" type="pres">
      <dgm:prSet presAssocID="{3E585943-7722-4883-8795-FCE2F439B51F}" presName="spaceRect" presStyleCnt="0"/>
      <dgm:spPr/>
    </dgm:pt>
    <dgm:pt modelId="{E81993D4-6C38-41CA-B4F8-2E4C7E88DB46}" type="pres">
      <dgm:prSet presAssocID="{3E585943-7722-4883-8795-FCE2F439B51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7BB0B23-C376-4799-8F29-F18527F2C51B}" srcId="{3DF6916F-A4A4-4246-80C9-44C31994E403}" destId="{4F8296FF-1B0F-44B8-8A92-663820773CE4}" srcOrd="2" destOrd="0" parTransId="{BBF581F3-584B-47DC-8FB7-A787CDE93EBA}" sibTransId="{CAB64771-5E39-47DB-BB3A-EAE1C277BAC1}"/>
    <dgm:cxn modelId="{14637832-15D6-41C8-82C6-E1013F7E4550}" type="presOf" srcId="{D3C0F99E-9618-4D64-B407-8F562774CC1E}" destId="{4C4973A1-4117-46F7-A8E5-E6B6EC7C65B8}" srcOrd="0" destOrd="0" presId="urn:microsoft.com/office/officeart/2018/2/layout/IconCircleList"/>
    <dgm:cxn modelId="{EA658F64-5D2D-44ED-8391-331BF20BDFD4}" type="presOf" srcId="{5624A4E1-44C1-4FC4-ACDD-73BD13221AC4}" destId="{BC1E8197-5476-437C-B7C4-01B642A4F80D}" srcOrd="0" destOrd="0" presId="urn:microsoft.com/office/officeart/2018/2/layout/IconCircleList"/>
    <dgm:cxn modelId="{59395B68-FCE5-4E74-AF1E-B537DCF3F09C}" type="presOf" srcId="{4F8296FF-1B0F-44B8-8A92-663820773CE4}" destId="{A32488CA-1B04-4DDF-8949-07B35E61455B}" srcOrd="0" destOrd="0" presId="urn:microsoft.com/office/officeart/2018/2/layout/IconCircleList"/>
    <dgm:cxn modelId="{85097B4D-E805-4C26-B785-8F3B90330255}" srcId="{3DF6916F-A4A4-4246-80C9-44C31994E403}" destId="{3E585943-7722-4883-8795-FCE2F439B51F}" srcOrd="3" destOrd="0" parTransId="{6CF84F8B-AFB9-449F-A156-3A86253A703E}" sibTransId="{33C7CE35-D540-46B3-97CD-2AD22B142BC5}"/>
    <dgm:cxn modelId="{E3433E53-7DC5-44A2-8365-8C1B15F73424}" srcId="{3DF6916F-A4A4-4246-80C9-44C31994E403}" destId="{707E0593-3784-42DF-AB19-3CE117A70850}" srcOrd="0" destOrd="0" parTransId="{892BE50B-0CFB-43BD-A733-6E6C652CA75F}" sibTransId="{5624A4E1-44C1-4FC4-ACDD-73BD13221AC4}"/>
    <dgm:cxn modelId="{7F50DB59-31F3-4C2D-9AC5-FC5BF823C195}" type="presOf" srcId="{3DF6916F-A4A4-4246-80C9-44C31994E403}" destId="{3EE87150-B955-4B6C-AEBE-BD377E1742BF}" srcOrd="0" destOrd="0" presId="urn:microsoft.com/office/officeart/2018/2/layout/IconCircleList"/>
    <dgm:cxn modelId="{0EF54A83-423F-4C4F-A1C0-77C6F8A645CB}" type="presOf" srcId="{707E0593-3784-42DF-AB19-3CE117A70850}" destId="{474EB3EE-A967-4B14-BDD7-06FB77B16F1E}" srcOrd="0" destOrd="0" presId="urn:microsoft.com/office/officeart/2018/2/layout/IconCircleList"/>
    <dgm:cxn modelId="{D196F696-26FB-4424-8555-6690F08AA983}" srcId="{3DF6916F-A4A4-4246-80C9-44C31994E403}" destId="{D3C0F99E-9618-4D64-B407-8F562774CC1E}" srcOrd="1" destOrd="0" parTransId="{365A6143-E73F-4DCB-BFB6-6868493F2738}" sibTransId="{2E35ACDA-94FF-4D0B-BEF6-3779A750A21E}"/>
    <dgm:cxn modelId="{06EB03C0-2381-43DE-895C-3F5A09A29739}" type="presOf" srcId="{2E35ACDA-94FF-4D0B-BEF6-3779A750A21E}" destId="{DA5A1153-4A6A-4111-B13E-5BF08219B04C}" srcOrd="0" destOrd="0" presId="urn:microsoft.com/office/officeart/2018/2/layout/IconCircleList"/>
    <dgm:cxn modelId="{BC3326D2-0B86-4DB0-A0F2-F213EDEC9752}" type="presOf" srcId="{CAB64771-5E39-47DB-BB3A-EAE1C277BAC1}" destId="{FD233035-F81C-4418-B1F8-3F62F404FDD1}" srcOrd="0" destOrd="0" presId="urn:microsoft.com/office/officeart/2018/2/layout/IconCircleList"/>
    <dgm:cxn modelId="{8470A8EF-150D-474C-A534-299C958A1D79}" type="presOf" srcId="{3E585943-7722-4883-8795-FCE2F439B51F}" destId="{E81993D4-6C38-41CA-B4F8-2E4C7E88DB46}" srcOrd="0" destOrd="0" presId="urn:microsoft.com/office/officeart/2018/2/layout/IconCircleList"/>
    <dgm:cxn modelId="{CAB923D9-FA1E-4965-8B94-29BF692848A0}" type="presParOf" srcId="{3EE87150-B955-4B6C-AEBE-BD377E1742BF}" destId="{605027BD-7626-4795-95AF-E6DD60E8C535}" srcOrd="0" destOrd="0" presId="urn:microsoft.com/office/officeart/2018/2/layout/IconCircleList"/>
    <dgm:cxn modelId="{AA9B5A2A-4C22-463C-903A-07F2DE75B7E2}" type="presParOf" srcId="{605027BD-7626-4795-95AF-E6DD60E8C535}" destId="{23A3849E-1071-480C-B58E-2FFCAB960C57}" srcOrd="0" destOrd="0" presId="urn:microsoft.com/office/officeart/2018/2/layout/IconCircleList"/>
    <dgm:cxn modelId="{05B43C0F-6386-4691-867F-3E55FAF86765}" type="presParOf" srcId="{23A3849E-1071-480C-B58E-2FFCAB960C57}" destId="{866AD44D-BC10-4DC9-A7C5-E2E87E0269D2}" srcOrd="0" destOrd="0" presId="urn:microsoft.com/office/officeart/2018/2/layout/IconCircleList"/>
    <dgm:cxn modelId="{2B1D82D0-EEF9-4CF2-A935-D853493A90F8}" type="presParOf" srcId="{23A3849E-1071-480C-B58E-2FFCAB960C57}" destId="{0D24C505-7CB4-476E-9906-C4F33F6E77A6}" srcOrd="1" destOrd="0" presId="urn:microsoft.com/office/officeart/2018/2/layout/IconCircleList"/>
    <dgm:cxn modelId="{5C5597E8-F59F-44FE-816A-219AE65C2CCA}" type="presParOf" srcId="{23A3849E-1071-480C-B58E-2FFCAB960C57}" destId="{940D76B2-65A6-4664-91B4-03A4E9F69D71}" srcOrd="2" destOrd="0" presId="urn:microsoft.com/office/officeart/2018/2/layout/IconCircleList"/>
    <dgm:cxn modelId="{DD5673EF-9CFA-4484-9C63-0E65D8C41BDE}" type="presParOf" srcId="{23A3849E-1071-480C-B58E-2FFCAB960C57}" destId="{474EB3EE-A967-4B14-BDD7-06FB77B16F1E}" srcOrd="3" destOrd="0" presId="urn:microsoft.com/office/officeart/2018/2/layout/IconCircleList"/>
    <dgm:cxn modelId="{5AF34840-73D3-4EAE-926A-70A9C55DBBCC}" type="presParOf" srcId="{605027BD-7626-4795-95AF-E6DD60E8C535}" destId="{BC1E8197-5476-437C-B7C4-01B642A4F80D}" srcOrd="1" destOrd="0" presId="urn:microsoft.com/office/officeart/2018/2/layout/IconCircleList"/>
    <dgm:cxn modelId="{93324C57-2F83-4E8C-9CE2-152AE0FD4AEA}" type="presParOf" srcId="{605027BD-7626-4795-95AF-E6DD60E8C535}" destId="{3EA84F3A-0513-4141-B1D4-C463CC7C484D}" srcOrd="2" destOrd="0" presId="urn:microsoft.com/office/officeart/2018/2/layout/IconCircleList"/>
    <dgm:cxn modelId="{660B2563-B7AD-4F94-8456-D2AA727F816C}" type="presParOf" srcId="{3EA84F3A-0513-4141-B1D4-C463CC7C484D}" destId="{02343985-F1B5-42AA-A9D6-6085EFCBD3F2}" srcOrd="0" destOrd="0" presId="urn:microsoft.com/office/officeart/2018/2/layout/IconCircleList"/>
    <dgm:cxn modelId="{BEABF9D7-AD78-4ACA-A19E-D076A0FE81F7}" type="presParOf" srcId="{3EA84F3A-0513-4141-B1D4-C463CC7C484D}" destId="{E0B5796F-9164-47C0-A8D4-796CF3B3E12B}" srcOrd="1" destOrd="0" presId="urn:microsoft.com/office/officeart/2018/2/layout/IconCircleList"/>
    <dgm:cxn modelId="{48DC24E0-F9DE-4631-BCEE-BDE9E3259852}" type="presParOf" srcId="{3EA84F3A-0513-4141-B1D4-C463CC7C484D}" destId="{F8A81A33-79DD-4F44-ABD1-E77293D04EC0}" srcOrd="2" destOrd="0" presId="urn:microsoft.com/office/officeart/2018/2/layout/IconCircleList"/>
    <dgm:cxn modelId="{99E27F9C-5570-41D4-AEC9-3C48552DF6CB}" type="presParOf" srcId="{3EA84F3A-0513-4141-B1D4-C463CC7C484D}" destId="{4C4973A1-4117-46F7-A8E5-E6B6EC7C65B8}" srcOrd="3" destOrd="0" presId="urn:microsoft.com/office/officeart/2018/2/layout/IconCircleList"/>
    <dgm:cxn modelId="{C2BF564F-9887-444A-B114-5B3BCCFD3259}" type="presParOf" srcId="{605027BD-7626-4795-95AF-E6DD60E8C535}" destId="{DA5A1153-4A6A-4111-B13E-5BF08219B04C}" srcOrd="3" destOrd="0" presId="urn:microsoft.com/office/officeart/2018/2/layout/IconCircleList"/>
    <dgm:cxn modelId="{62000944-73BE-49D4-A21C-8BC42926C506}" type="presParOf" srcId="{605027BD-7626-4795-95AF-E6DD60E8C535}" destId="{430767CD-C7CC-426B-B184-BBCFCA6EE914}" srcOrd="4" destOrd="0" presId="urn:microsoft.com/office/officeart/2018/2/layout/IconCircleList"/>
    <dgm:cxn modelId="{52F26F0C-5D27-4D01-BD8A-DEB6563E49C7}" type="presParOf" srcId="{430767CD-C7CC-426B-B184-BBCFCA6EE914}" destId="{CD3E9604-E8FA-4AAE-A405-00AD325EA4F3}" srcOrd="0" destOrd="0" presId="urn:microsoft.com/office/officeart/2018/2/layout/IconCircleList"/>
    <dgm:cxn modelId="{F644D9CB-65BB-4982-98C5-7EC5092FD3C7}" type="presParOf" srcId="{430767CD-C7CC-426B-B184-BBCFCA6EE914}" destId="{43ECD9C4-537B-49EA-AEA6-790F361D402B}" srcOrd="1" destOrd="0" presId="urn:microsoft.com/office/officeart/2018/2/layout/IconCircleList"/>
    <dgm:cxn modelId="{5BE61408-1953-4002-B120-ED52A9525B34}" type="presParOf" srcId="{430767CD-C7CC-426B-B184-BBCFCA6EE914}" destId="{8B61B7E1-D6CD-4E09-97E0-C78D58808B32}" srcOrd="2" destOrd="0" presId="urn:microsoft.com/office/officeart/2018/2/layout/IconCircleList"/>
    <dgm:cxn modelId="{80E5D51B-0DC3-4318-90D2-299978E17762}" type="presParOf" srcId="{430767CD-C7CC-426B-B184-BBCFCA6EE914}" destId="{A32488CA-1B04-4DDF-8949-07B35E61455B}" srcOrd="3" destOrd="0" presId="urn:microsoft.com/office/officeart/2018/2/layout/IconCircleList"/>
    <dgm:cxn modelId="{472D2DC6-3390-4673-AD65-17E2F7568149}" type="presParOf" srcId="{605027BD-7626-4795-95AF-E6DD60E8C535}" destId="{FD233035-F81C-4418-B1F8-3F62F404FDD1}" srcOrd="5" destOrd="0" presId="urn:microsoft.com/office/officeart/2018/2/layout/IconCircleList"/>
    <dgm:cxn modelId="{C0C26FCD-8BC4-4845-AEE8-1DA6148D2106}" type="presParOf" srcId="{605027BD-7626-4795-95AF-E6DD60E8C535}" destId="{28105484-24BB-4345-B5A8-EBBC993898A5}" srcOrd="6" destOrd="0" presId="urn:microsoft.com/office/officeart/2018/2/layout/IconCircleList"/>
    <dgm:cxn modelId="{836F9CB2-7E2D-456B-AFF2-B1FD808638D1}" type="presParOf" srcId="{28105484-24BB-4345-B5A8-EBBC993898A5}" destId="{154849EF-9495-4797-837D-D260167EDB30}" srcOrd="0" destOrd="0" presId="urn:microsoft.com/office/officeart/2018/2/layout/IconCircleList"/>
    <dgm:cxn modelId="{9B743CDA-69EE-4FDD-8B3A-00084D6A2D02}" type="presParOf" srcId="{28105484-24BB-4345-B5A8-EBBC993898A5}" destId="{B00D1055-9F3B-4B30-BAA1-FFCB1DDCC4DF}" srcOrd="1" destOrd="0" presId="urn:microsoft.com/office/officeart/2018/2/layout/IconCircleList"/>
    <dgm:cxn modelId="{1FF66F4F-7C63-4379-86D8-1E67A268FD50}" type="presParOf" srcId="{28105484-24BB-4345-B5A8-EBBC993898A5}" destId="{2EE2F994-A778-4B0C-BAD4-C6D0E6800BF2}" srcOrd="2" destOrd="0" presId="urn:microsoft.com/office/officeart/2018/2/layout/IconCircleList"/>
    <dgm:cxn modelId="{A16D9561-1611-4F25-A125-2B0DFF7F2158}" type="presParOf" srcId="{28105484-24BB-4345-B5A8-EBBC993898A5}" destId="{E81993D4-6C38-41CA-B4F8-2E4C7E88DB4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14E81-8B9B-44E9-A9FA-C4255C2D0DAC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Unity is a free to use game development engine, capable of both 2D and 3D games, and even mobile games and interactive presentation style software.</a:t>
          </a:r>
          <a:endParaRPr lang="en-US" sz="1800" kern="1200"/>
        </a:p>
      </dsp:txBody>
      <dsp:txXfrm>
        <a:off x="36841" y="36841"/>
        <a:ext cx="7931345" cy="1184159"/>
      </dsp:txXfrm>
    </dsp:sp>
    <dsp:sp modelId="{AFE3B00A-C547-4E25-AE04-D57972649946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It is great for Indie projects with stylised graphics, being easier to run than Unreal.</a:t>
          </a:r>
          <a:endParaRPr lang="en-US" sz="1800" kern="1200"/>
        </a:p>
      </dsp:txBody>
      <dsp:txXfrm>
        <a:off x="856428" y="1504322"/>
        <a:ext cx="7577788" cy="1184159"/>
      </dsp:txXfrm>
    </dsp:sp>
    <dsp:sp modelId="{A1BA1B21-2A37-4DCD-8F0E-E430D95AB877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It’s simple and user friendly in its layout and navigation and uses C# scripting and object-oriented principles in its programming and creation process. Which, in short, is an easy place to start learning programming when you’re a complete beginner.</a:t>
          </a:r>
          <a:endParaRPr lang="en-US" sz="1800" kern="1200"/>
        </a:p>
      </dsp:txBody>
      <dsp:txXfrm>
        <a:off x="1676015" y="2971804"/>
        <a:ext cx="7577788" cy="1184159"/>
      </dsp:txXfrm>
    </dsp:sp>
    <dsp:sp modelId="{9FEB6438-AB5F-4ABA-861F-5674A796835B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55016" y="953863"/>
        <a:ext cx="449678" cy="615241"/>
      </dsp:txXfrm>
    </dsp:sp>
    <dsp:sp modelId="{0B2DBC68-8D0D-4E43-AC9B-4A0D3F5F9FE3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74603" y="2412959"/>
        <a:ext cx="449678" cy="615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7183A-18D3-4A40-A240-7527520C4BD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913EE-9D97-4527-9386-E606BB5F65FF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73CC0-0647-44E9-9CD8-02DB9295E2CA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First, create and account on the Unity website to get started.</a:t>
          </a:r>
          <a:endParaRPr lang="en-US" sz="1900" kern="1200"/>
        </a:p>
      </dsp:txBody>
      <dsp:txXfrm>
        <a:off x="1948202" y="368029"/>
        <a:ext cx="3233964" cy="1371985"/>
      </dsp:txXfrm>
    </dsp:sp>
    <dsp:sp modelId="{58301412-09BC-4E21-8318-4DBB292655E4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B7BBE-7783-454B-BEF5-2C93EBBBFC51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867E5-F47A-45A2-94C7-6C36A8731804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Second, download the Unity Hub and log in there. Then, go to the licenses tab and get yourself a free personal license.</a:t>
          </a:r>
          <a:endParaRPr lang="en-US" sz="1900" kern="1200"/>
        </a:p>
      </dsp:txBody>
      <dsp:txXfrm>
        <a:off x="7411643" y="368029"/>
        <a:ext cx="3233964" cy="1371985"/>
      </dsp:txXfrm>
    </dsp:sp>
    <dsp:sp modelId="{15680139-8461-4C56-823A-CE50AE5AE1CB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4555E-7397-4B6F-9164-53959A4EB1DA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6DE82-5390-4E86-A5CC-E57F581C6F5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From the hub, download the editor version 6000.2.13f1 (we will be using this for the course!) </a:t>
          </a:r>
          <a:endParaRPr lang="en-US" sz="1900" kern="1200"/>
        </a:p>
      </dsp:txBody>
      <dsp:txXfrm>
        <a:off x="1948202" y="2452790"/>
        <a:ext cx="3233964" cy="1371985"/>
      </dsp:txXfrm>
    </dsp:sp>
    <dsp:sp modelId="{0030680C-CE67-44B8-B5E7-EF1348578E01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D16F1-49A1-4C4B-8AF1-E7E497CAAC97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80446-C058-44BA-BB1F-007219B9E863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You’re then ready to start a new Project!</a:t>
          </a:r>
          <a:endParaRPr lang="en-US" sz="1900" kern="1200"/>
        </a:p>
      </dsp:txBody>
      <dsp:txXfrm>
        <a:off x="7411643" y="2452790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B2932-1312-4594-9FB3-651BE3AC9294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38360-544A-48E1-B213-2A2D7C2C86A8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Go to the Projects tab in Unity Hub and click New Project.</a:t>
          </a:r>
          <a:endParaRPr lang="en-US" sz="1500" kern="1200"/>
        </a:p>
      </dsp:txBody>
      <dsp:txXfrm>
        <a:off x="765914" y="2943510"/>
        <a:ext cx="4320000" cy="720000"/>
      </dsp:txXfrm>
    </dsp:sp>
    <dsp:sp modelId="{CB978E49-AB35-40BE-AF4D-0FE109C0C27A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E5D47-9B4A-4CD5-9E99-7602FC321B2A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From there, click Universal 3D, give it a name like YourName_Unity and make sure it’s saved to a good location.</a:t>
          </a:r>
          <a:endParaRPr lang="en-US" sz="1500" kern="1200"/>
        </a:p>
      </dsp:txBody>
      <dsp:txXfrm>
        <a:off x="5841914" y="2943510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6AD44D-BC10-4DC9-A7C5-E2E87E0269D2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4C505-7CB4-476E-9906-C4F33F6E77A6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EB3EE-A967-4B14-BDD7-06FB77B16F1E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GameObject – just objects in your game, you can see these in the Hierarchy window and move them in the Scene window.</a:t>
          </a:r>
          <a:endParaRPr lang="en-US" sz="1600" kern="1200"/>
        </a:p>
      </dsp:txBody>
      <dsp:txXfrm>
        <a:off x="1948202" y="368029"/>
        <a:ext cx="3233964" cy="1371985"/>
      </dsp:txXfrm>
    </dsp:sp>
    <dsp:sp modelId="{02343985-F1B5-42AA-A9D6-6085EFCBD3F2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5796F-9164-47C0-A8D4-796CF3B3E12B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973A1-4117-46F7-A8E5-E6B6EC7C65B8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Component – things you attach to a GameObject like colliders and scripts. When you click on a GameObject, the Inspector window will show the components, and you can edit them there.</a:t>
          </a:r>
          <a:endParaRPr lang="en-US" sz="1600" kern="1200"/>
        </a:p>
      </dsp:txBody>
      <dsp:txXfrm>
        <a:off x="7411643" y="368029"/>
        <a:ext cx="3233964" cy="1371985"/>
      </dsp:txXfrm>
    </dsp:sp>
    <dsp:sp modelId="{CD3E9604-E8FA-4AAE-A405-00AD325EA4F3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CD9C4-537B-49EA-AEA6-790F361D402B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488CA-1B04-4DDF-8949-07B35E61455B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Script – this is just a code file, in Unity, it will be written in C#. We will write scripts and attach them to various GameObjects.</a:t>
          </a:r>
          <a:endParaRPr lang="en-US" sz="1600" kern="1200"/>
        </a:p>
      </dsp:txBody>
      <dsp:txXfrm>
        <a:off x="1948202" y="2452790"/>
        <a:ext cx="3233964" cy="1371985"/>
      </dsp:txXfrm>
    </dsp:sp>
    <dsp:sp modelId="{154849EF-9495-4797-837D-D260167EDB30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D1055-9F3B-4B30-BAA1-FFCB1DDCC4DF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993D4-6C38-41CA-B4F8-2E4C7E88DB46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Prefab – a preconfigured GameObject that can easily be placed in multiples around your scene and created or destroyed in code.</a:t>
          </a:r>
          <a:endParaRPr lang="en-US" sz="1600" kern="1200"/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7122-0394-7D04-FA62-8E5A72B5C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57B4A-D0E8-5D6E-C7B8-F6E9CD1C4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401A6-813C-FEED-9993-2A18C525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3CFC9-DB4D-D498-70EB-76E8BC29C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9BFE-252D-EDB4-E63C-11D3BBE4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97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A721-FBE8-F714-24AD-1279D427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52A0-8EB9-E1B1-3AD6-798689A87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6EF23-6481-5CB4-B071-BD069093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20E6C-B393-A0FD-7846-C55E5AE0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C10D5-E2E9-CE4E-BB3F-7C97B8ED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7B04-0165-C64D-2B18-598B334F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31CB9-DD47-E174-CCE1-D53B53CB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FB667-05C6-FD4F-876E-15AB64EC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8237-B734-3775-9784-3C19C11D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D3D39-A18E-0290-41E7-9F9068F8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79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8D4C-044F-074F-446A-E653A413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3758A-E838-1253-2465-146DDCADD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8ABAB-28F1-8700-8B2B-132C626B2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93102-A83C-BB61-47DC-A6ABAB21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4D8C0-78BE-A0B3-0276-A81CD99F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28215-4C56-16E0-5FB9-FBB11AC6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60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8FEF-5EE8-802D-222E-529F2561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81611-C06B-6003-DF7B-3607A3524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311F4-D225-0554-ACF6-1F3C2AC0D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31A54-00A0-9D93-3787-C4724ED6E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9846C-8052-FDF7-1C2C-7BE9446DC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C0EF4-5FDA-3097-6401-EEFD700B1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56DBD-AE02-538A-D4A3-DBA17C4B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F9A67-51EC-3C75-EAD1-67D15B33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55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ACDF-67DB-B024-A117-12587F54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265F8-D979-A70D-DA47-A0A162775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E28B8-FBDC-7248-299A-BCD0F697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A7EF2-4D7B-101E-DD81-744334D0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654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A3817-E599-0BC5-6F24-473FEC4F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56036-79FD-9E66-2B0C-AD60134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EAF47-5D77-748D-DD18-108E4B91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97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416E-ED9B-E40F-3346-9761785F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9620-EB3B-E029-A71F-DB25D85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20EA8-0ED7-216D-C8AB-2A8EFCE81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EE035-80C5-491B-18E8-04B66194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E6FA-5F54-6FAF-D972-A8A1340E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A0F1A-BDED-8606-CA71-29AF6C2E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83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7256-A55A-E50F-2765-06D1E32BF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D2E45-3DC8-FFD4-023D-204A94619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76813-C700-5E41-EEAD-F3DEEA693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76793-EE72-910F-4D2C-B24C0929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F06CA-96DF-C828-8758-2ABC59C0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91842-8A65-235E-778F-D0FDF831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349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AB7C-0FA8-4511-21D8-0CF545AC6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09F55-9F2D-901B-1573-C2DC79E2B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ED162-5BD8-8C72-C3D2-32A87187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489BB-6CAE-0389-D014-EC91A78E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4E3FE-6573-823E-096A-5263736C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05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BF02E-894F-B5C3-45F3-11299132D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211AB-8129-2D87-FC5D-8A4865784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F8DAA-77A4-B83E-CD71-1D2C9634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96A3A-7DCC-07F8-0366-DF0982F7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CAF54-5C0E-FFC6-77AD-BE719D49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470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2BE3B-BAB5-99AC-6123-862219F8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3200F-DFAC-4918-0AF5-65155B04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B20D6-4E09-F6A2-7734-D68F45701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7BF00-A6AA-40B9-A97C-F35E8D627ED1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547AA-B087-8AF9-3C57-3A16E789A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F458D-A0CB-1F8D-C9F4-A965D89B5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7B982-0FDB-4A51-9DB3-949113369D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207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D4553-48A3-690D-A650-701FAA87C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GB" sz="4000">
                <a:solidFill>
                  <a:srgbClr val="FFFFFF"/>
                </a:solidFill>
              </a:rPr>
              <a:t>Introduction to Unity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EA870-BCEF-C41F-2D11-5BB5DF083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n-GB" sz="2000">
                <a:solidFill>
                  <a:srgbClr val="FFFFFF"/>
                </a:solidFill>
              </a:rPr>
              <a:t>Learning the basics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2F6D27B-6A94-61F1-3645-F20E44492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225" y="2108104"/>
            <a:ext cx="11327549" cy="416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6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4B96A-C3D6-8C1E-9E36-E64FBD587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What is Unity?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91E3E5D-312C-B1AF-BFBF-28A34CB39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1972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95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8CFC3-2771-5C24-A0A6-509D4F418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Unity Pros and Cons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F83AD-8E38-8022-77C3-F60BDC8A9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GB" sz="1700" dirty="0"/>
              <a:t>     </a:t>
            </a:r>
            <a:r>
              <a:rPr lang="en-GB" sz="1700" b="1" i="1" u="sng" dirty="0"/>
              <a:t>Pros</a:t>
            </a:r>
            <a:endParaRPr lang="en-US" sz="1700" b="1" i="1" u="sng" dirty="0"/>
          </a:p>
          <a:p>
            <a:pPr lvl="0"/>
            <a:r>
              <a:rPr lang="en-GB" sz="1700" dirty="0"/>
              <a:t>User friendly, simple clean engine interface. Great for beginners.</a:t>
            </a:r>
            <a:endParaRPr lang="en-US" sz="1700" dirty="0"/>
          </a:p>
          <a:p>
            <a:pPr lvl="0"/>
            <a:r>
              <a:rPr lang="en-GB" sz="1700" dirty="0"/>
              <a:t>Versatile – Can develop 2D, 3D and for mobile, console and PC.</a:t>
            </a:r>
            <a:endParaRPr lang="en-US" sz="1700" dirty="0"/>
          </a:p>
          <a:p>
            <a:pPr lvl="0"/>
            <a:r>
              <a:rPr lang="en-GB" sz="1700" dirty="0"/>
              <a:t>Scripting with C# is generally considered a simpler language to approach.</a:t>
            </a:r>
            <a:endParaRPr lang="en-US" sz="1700" dirty="0"/>
          </a:p>
          <a:p>
            <a:pPr lvl="0"/>
            <a:r>
              <a:rPr lang="en-GB" sz="1700" dirty="0"/>
              <a:t>A lot of guides, tutorials and learning material available.</a:t>
            </a:r>
            <a:endParaRPr lang="en-US" sz="1700" dirty="0"/>
          </a:p>
          <a:p>
            <a:pPr lvl="0"/>
            <a:r>
              <a:rPr lang="en-GB" sz="1700" dirty="0"/>
              <a:t>A big asset store with tonnes of free assets.</a:t>
            </a:r>
            <a:endParaRPr lang="en-US" sz="1700" dirty="0"/>
          </a:p>
          <a:p>
            <a:pPr marL="0" lvl="0" indent="0">
              <a:buNone/>
            </a:pPr>
            <a:r>
              <a:rPr lang="en-US" sz="1700" dirty="0"/>
              <a:t>     </a:t>
            </a:r>
            <a:r>
              <a:rPr lang="en-US" sz="1700" b="1" i="1" u="sng" dirty="0"/>
              <a:t>Cons</a:t>
            </a:r>
          </a:p>
          <a:p>
            <a:pPr lvl="0"/>
            <a:r>
              <a:rPr lang="en-GB" sz="1700" dirty="0"/>
              <a:t>Not as strong as other game engines for high fidelity realistic graphics.</a:t>
            </a:r>
            <a:endParaRPr lang="en-US" sz="1700" dirty="0"/>
          </a:p>
          <a:p>
            <a:pPr lvl="0"/>
            <a:r>
              <a:rPr lang="en-GB" sz="1700" dirty="0"/>
              <a:t>It can be easy for scripts and components to become messy in larger projects.</a:t>
            </a:r>
            <a:endParaRPr lang="en-US" sz="1700" dirty="0"/>
          </a:p>
          <a:p>
            <a:pPr lvl="0"/>
            <a:r>
              <a:rPr lang="en-GB" sz="1700" dirty="0"/>
              <a:t>Not open source and has had some poor decisions from leadership of the company in the past.</a:t>
            </a:r>
            <a:endParaRPr lang="en-US" sz="1700" dirty="0"/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348026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C7D7A-1645-E277-AA07-79E64FF4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Are there any games I might have heard of that were made using Unity?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6D92-28B0-DAFE-C580-E2D1C9C02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6577" y="199287"/>
            <a:ext cx="3226526" cy="11556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Genshin, HSR and Zenless Zone Zero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887A9E-4AB1-934A-CB1E-C315956B1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467" y="2449281"/>
            <a:ext cx="2424793" cy="3526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D8E3B6-4A13-3576-819E-5EA7BEDE5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85" y="2449281"/>
            <a:ext cx="2645229" cy="35269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987123-B9C0-9384-2D8E-6C81C8099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740" y="3301881"/>
            <a:ext cx="3238707" cy="18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8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D4A50-E383-E1AE-2269-9327B428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D335A-AF46-6A3C-92EC-3AD3FDA5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Are there any games I might have heard of that were made using Unity?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BD88-8FCE-D3AB-ADC0-25A49144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Pokemon GO and Subway Surfers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DEFF4-B7C1-72B8-F11C-2515437F3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897472"/>
            <a:ext cx="5131088" cy="2565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0598EF-4591-E64C-004B-752457771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863386"/>
            <a:ext cx="5131087" cy="27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4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6EED39-026C-5A37-A6A4-F40F470F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AC8838-FB9D-4383-D0A2-922EE6FF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Are there any games I might have heard of that were made using Unity?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1F57F-8F3B-34CF-28CD-D42F111E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507" y="387224"/>
            <a:ext cx="329183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Hollow Knight and Silksong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12ED5-9933-8114-E72D-5B83B73B1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897472"/>
            <a:ext cx="5131088" cy="2565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F97888-E99A-B090-D922-B32293972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217815"/>
            <a:ext cx="3331525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5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A4DF4-194E-8CC1-BAC9-3F40AC7C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3201D-9FF7-3AFD-FC99-EAA71EA2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Are there any games I might have heard of that were made using Unity?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2129-1C06-155D-91EE-E15535DFD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6577" y="199287"/>
            <a:ext cx="3226526" cy="11556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Among Us, Lethal Company and Schedule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2544D2-77EC-AB89-B4AE-1537E99AF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945" y="2449281"/>
            <a:ext cx="2351314" cy="3526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1A9F80-9507-B3AC-5F39-6BC996E29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873" y="2449281"/>
            <a:ext cx="2354253" cy="35269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26A976-E5F9-5A78-8EFE-3C3E6FB43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740" y="3455719"/>
            <a:ext cx="3238707" cy="151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7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3F023-AFB0-9D2A-72AC-99C10942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Setting up before you open Unity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B51A08-89DB-81FA-4694-FEEFCDECB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93905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5451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5694A2-A9B3-D1F6-8908-2B16CC38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Starting the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4C1FA-A1DB-1AFB-A6FD-F59B931D25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2710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879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E81C0-FCF9-0DE6-31CF-43D4F3A2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Exploring the Layout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7354A0-B83F-31E1-BFEE-D6BCAED07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035" y="1574310"/>
            <a:ext cx="10391929" cy="527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5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B9636-1BF3-B96F-DA77-F8733EE46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Some Unity terms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94C38F-08E9-E183-4197-FFE17CD29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0929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141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529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Introduction to Unity</vt:lpstr>
      <vt:lpstr>What is Unity?</vt:lpstr>
      <vt:lpstr>Unity Pros and Cons</vt:lpstr>
      <vt:lpstr>Are there any games I might have heard of that were made using Unity?</vt:lpstr>
      <vt:lpstr>Are there any games I might have heard of that were made using Unity?</vt:lpstr>
      <vt:lpstr>Are there any games I might have heard of that were made using Unity?</vt:lpstr>
      <vt:lpstr>Are there any games I might have heard of that were made using Unity?</vt:lpstr>
      <vt:lpstr>Setting up before you open Unity</vt:lpstr>
      <vt:lpstr>Starting the project</vt:lpstr>
      <vt:lpstr>Exploring the Layout</vt:lpstr>
      <vt:lpstr>Some Unity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Shea Murray</dc:creator>
  <cp:lastModifiedBy>Shea Murray</cp:lastModifiedBy>
  <cp:revision>3</cp:revision>
  <dcterms:created xsi:type="dcterms:W3CDTF">2026-02-05T16:02:36Z</dcterms:created>
  <dcterms:modified xsi:type="dcterms:W3CDTF">2026-03-10T14:31:05Z</dcterms:modified>
</cp:coreProperties>
</file>